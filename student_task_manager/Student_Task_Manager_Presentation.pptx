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1080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4" Type="http://schemas.openxmlformats.org/officeDocument/2006/relationships/image" Target="../media/image8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2.svg"/><Relationship Id="rId1" Type="http://schemas.openxmlformats.org/officeDocument/2006/relationships/image" Target="../media/image13.svg"/><Relationship Id="rId4" Type="http://schemas.openxmlformats.org/officeDocument/2006/relationships/image" Target="../media/image16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image" Target="../media/image17.svg"/><Relationship Id="rId4" Type="http://schemas.openxmlformats.org/officeDocument/2006/relationships/image" Target="../media/image20.svg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24.svg"/><Relationship Id="rId1" Type="http://schemas.openxmlformats.org/officeDocument/2006/relationships/image" Target="../media/image23.svg"/><Relationship Id="rId4" Type="http://schemas.openxmlformats.org/officeDocument/2006/relationships/image" Target="../media/image2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4" Type="http://schemas.openxmlformats.org/officeDocument/2006/relationships/image" Target="../media/image8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2.svg"/><Relationship Id="rId1" Type="http://schemas.openxmlformats.org/officeDocument/2006/relationships/image" Target="../media/image13.svg"/><Relationship Id="rId4" Type="http://schemas.openxmlformats.org/officeDocument/2006/relationships/image" Target="../media/image16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image" Target="../media/image17.svg"/><Relationship Id="rId4" Type="http://schemas.openxmlformats.org/officeDocument/2006/relationships/image" Target="../media/image20.sv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24.svg"/><Relationship Id="rId1" Type="http://schemas.openxmlformats.org/officeDocument/2006/relationships/image" Target="../media/image23.svg"/><Relationship Id="rId4" Type="http://schemas.openxmlformats.org/officeDocument/2006/relationships/image" Target="../media/image2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90BF62E-E38D-408C-89E8-C4F9A7F0B96C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4D4EBD8-4ABD-4895-A523-D6EF784E1C2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comprehensive Flutter application designed for student productivity.</a:t>
          </a:r>
        </a:p>
      </dgm:t>
    </dgm:pt>
    <dgm:pt modelId="{D7E4AC3D-A2DE-4C5A-BC0D-37F535D23CB0}" type="parTrans" cxnId="{E0A796B4-A6E7-486B-A6AF-14F872B8DA02}">
      <dgm:prSet/>
      <dgm:spPr/>
      <dgm:t>
        <a:bodyPr/>
        <a:lstStyle/>
        <a:p>
          <a:endParaRPr lang="en-US"/>
        </a:p>
      </dgm:t>
    </dgm:pt>
    <dgm:pt modelId="{5B3F37BA-A991-433E-8A25-522184F48616}" type="sibTrans" cxnId="{E0A796B4-A6E7-486B-A6AF-14F872B8DA02}">
      <dgm:prSet/>
      <dgm:spPr/>
      <dgm:t>
        <a:bodyPr/>
        <a:lstStyle/>
        <a:p>
          <a:endParaRPr lang="en-US"/>
        </a:p>
      </dgm:t>
    </dgm:pt>
    <dgm:pt modelId="{06F804AC-ECB0-4B26-B7D3-C1C471AA9FF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Focuses on task management, priority tracking, and automated reminders.</a:t>
          </a:r>
        </a:p>
      </dgm:t>
    </dgm:pt>
    <dgm:pt modelId="{86BD268B-7B21-43E2-9F85-EE0762CE7B80}" type="parTrans" cxnId="{E0157611-3B1C-4308-92EC-29198F00A1C7}">
      <dgm:prSet/>
      <dgm:spPr/>
      <dgm:t>
        <a:bodyPr/>
        <a:lstStyle/>
        <a:p>
          <a:endParaRPr lang="en-US"/>
        </a:p>
      </dgm:t>
    </dgm:pt>
    <dgm:pt modelId="{A7513E16-5D0F-4CC3-84D5-B9D91EF24FF1}" type="sibTrans" cxnId="{E0157611-3B1C-4308-92EC-29198F00A1C7}">
      <dgm:prSet/>
      <dgm:spPr/>
      <dgm:t>
        <a:bodyPr/>
        <a:lstStyle/>
        <a:p>
          <a:endParaRPr lang="en-US"/>
        </a:p>
      </dgm:t>
    </dgm:pt>
    <dgm:pt modelId="{45A8705C-7437-4646-93DE-F75DD38D7F1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Bridges the gap between academic deadlines and personal organization.</a:t>
          </a:r>
        </a:p>
      </dgm:t>
    </dgm:pt>
    <dgm:pt modelId="{C5B53A58-B547-4028-A890-45CAC37034D9}" type="parTrans" cxnId="{D79B4254-AD8B-400F-9CE3-2F2553BB5D01}">
      <dgm:prSet/>
      <dgm:spPr/>
      <dgm:t>
        <a:bodyPr/>
        <a:lstStyle/>
        <a:p>
          <a:endParaRPr lang="en-US"/>
        </a:p>
      </dgm:t>
    </dgm:pt>
    <dgm:pt modelId="{8FE3D5B3-4A64-45AB-BFAA-8B8082A43BC4}" type="sibTrans" cxnId="{D79B4254-AD8B-400F-9CE3-2F2553BB5D01}">
      <dgm:prSet/>
      <dgm:spPr/>
      <dgm:t>
        <a:bodyPr/>
        <a:lstStyle/>
        <a:p>
          <a:endParaRPr lang="en-US"/>
        </a:p>
      </dgm:t>
    </dgm:pt>
    <dgm:pt modelId="{307FB9F2-9F6F-4064-974A-BD03E81BED5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Supports both Light and Dark modes for enhanced user experience.</a:t>
          </a:r>
        </a:p>
      </dgm:t>
    </dgm:pt>
    <dgm:pt modelId="{0063CB65-8E66-4CDC-9839-6E08CE7AF699}" type="parTrans" cxnId="{C74A9A66-3345-4983-8E07-3D04A7851775}">
      <dgm:prSet/>
      <dgm:spPr/>
      <dgm:t>
        <a:bodyPr/>
        <a:lstStyle/>
        <a:p>
          <a:endParaRPr lang="en-US"/>
        </a:p>
      </dgm:t>
    </dgm:pt>
    <dgm:pt modelId="{D5FE61E0-AD1D-496B-B7AD-5115AFE219F1}" type="sibTrans" cxnId="{C74A9A66-3345-4983-8E07-3D04A7851775}">
      <dgm:prSet/>
      <dgm:spPr/>
      <dgm:t>
        <a:bodyPr/>
        <a:lstStyle/>
        <a:p>
          <a:endParaRPr lang="en-US"/>
        </a:p>
      </dgm:t>
    </dgm:pt>
    <dgm:pt modelId="{2E26C4DE-800C-43EE-8FA4-E629F305BA01}" type="pres">
      <dgm:prSet presAssocID="{090BF62E-E38D-408C-89E8-C4F9A7F0B96C}" presName="root" presStyleCnt="0">
        <dgm:presLayoutVars>
          <dgm:dir/>
          <dgm:resizeHandles val="exact"/>
        </dgm:presLayoutVars>
      </dgm:prSet>
      <dgm:spPr/>
    </dgm:pt>
    <dgm:pt modelId="{6605B7FB-13AA-47CD-9B2F-6DD165A1658E}" type="pres">
      <dgm:prSet presAssocID="{64D4EBD8-4ABD-4895-A523-D6EF784E1C2E}" presName="compNode" presStyleCnt="0"/>
      <dgm:spPr/>
    </dgm:pt>
    <dgm:pt modelId="{FB5B4A5F-4501-4790-A0EB-D7724AFA4490}" type="pres">
      <dgm:prSet presAssocID="{64D4EBD8-4ABD-4895-A523-D6EF784E1C2E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arrow"/>
        </a:ext>
      </dgm:extLst>
    </dgm:pt>
    <dgm:pt modelId="{68892321-7250-491F-BCD1-83F7F7F5A28A}" type="pres">
      <dgm:prSet presAssocID="{64D4EBD8-4ABD-4895-A523-D6EF784E1C2E}" presName="spaceRect" presStyleCnt="0"/>
      <dgm:spPr/>
    </dgm:pt>
    <dgm:pt modelId="{D32C6BB9-BEB4-46BF-99E6-4BB76623EC47}" type="pres">
      <dgm:prSet presAssocID="{64D4EBD8-4ABD-4895-A523-D6EF784E1C2E}" presName="textRect" presStyleLbl="revTx" presStyleIdx="0" presStyleCnt="4">
        <dgm:presLayoutVars>
          <dgm:chMax val="1"/>
          <dgm:chPref val="1"/>
        </dgm:presLayoutVars>
      </dgm:prSet>
      <dgm:spPr/>
    </dgm:pt>
    <dgm:pt modelId="{F1F1E11B-F54D-4DDF-98DC-6F938338301B}" type="pres">
      <dgm:prSet presAssocID="{5B3F37BA-A991-433E-8A25-522184F48616}" presName="sibTrans" presStyleCnt="0"/>
      <dgm:spPr/>
    </dgm:pt>
    <dgm:pt modelId="{2609E029-9729-43D8-B4BD-F85EB52EEE69}" type="pres">
      <dgm:prSet presAssocID="{06F804AC-ECB0-4B26-B7D3-C1C471AA9FF1}" presName="compNode" presStyleCnt="0"/>
      <dgm:spPr/>
    </dgm:pt>
    <dgm:pt modelId="{35B4A693-DBA4-4BE4-94F5-0220284A9716}" type="pres">
      <dgm:prSet presAssocID="{06F804AC-ECB0-4B26-B7D3-C1C471AA9FF1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ll"/>
        </a:ext>
      </dgm:extLst>
    </dgm:pt>
    <dgm:pt modelId="{09461E9E-5FAC-4548-9B16-ED74060894AB}" type="pres">
      <dgm:prSet presAssocID="{06F804AC-ECB0-4B26-B7D3-C1C471AA9FF1}" presName="spaceRect" presStyleCnt="0"/>
      <dgm:spPr/>
    </dgm:pt>
    <dgm:pt modelId="{9E48A3BC-30A4-40F0-BACC-97F880B77CA4}" type="pres">
      <dgm:prSet presAssocID="{06F804AC-ECB0-4B26-B7D3-C1C471AA9FF1}" presName="textRect" presStyleLbl="revTx" presStyleIdx="1" presStyleCnt="4">
        <dgm:presLayoutVars>
          <dgm:chMax val="1"/>
          <dgm:chPref val="1"/>
        </dgm:presLayoutVars>
      </dgm:prSet>
      <dgm:spPr/>
    </dgm:pt>
    <dgm:pt modelId="{87A67A1F-E3DB-4083-9E45-7F71844B0AF0}" type="pres">
      <dgm:prSet presAssocID="{A7513E16-5D0F-4CC3-84D5-B9D91EF24FF1}" presName="sibTrans" presStyleCnt="0"/>
      <dgm:spPr/>
    </dgm:pt>
    <dgm:pt modelId="{05DCB8B7-4437-4498-B8E8-7A6287C2B3F1}" type="pres">
      <dgm:prSet presAssocID="{45A8705C-7437-4646-93DE-F75DD38D7F14}" presName="compNode" presStyleCnt="0"/>
      <dgm:spPr/>
    </dgm:pt>
    <dgm:pt modelId="{18771863-932D-418C-B98A-4B7AD7B76EB9}" type="pres">
      <dgm:prSet presAssocID="{45A8705C-7437-4646-93DE-F75DD38D7F14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idge scene"/>
        </a:ext>
      </dgm:extLst>
    </dgm:pt>
    <dgm:pt modelId="{57A760ED-42C4-4039-BA81-0D4E531AAA98}" type="pres">
      <dgm:prSet presAssocID="{45A8705C-7437-4646-93DE-F75DD38D7F14}" presName="spaceRect" presStyleCnt="0"/>
      <dgm:spPr/>
    </dgm:pt>
    <dgm:pt modelId="{12943A83-0BA9-47AB-B810-6B804FBE18BE}" type="pres">
      <dgm:prSet presAssocID="{45A8705C-7437-4646-93DE-F75DD38D7F14}" presName="textRect" presStyleLbl="revTx" presStyleIdx="2" presStyleCnt="4">
        <dgm:presLayoutVars>
          <dgm:chMax val="1"/>
          <dgm:chPref val="1"/>
        </dgm:presLayoutVars>
      </dgm:prSet>
      <dgm:spPr/>
    </dgm:pt>
    <dgm:pt modelId="{BC82CE94-A3C9-41DC-8120-E5D0137D4B15}" type="pres">
      <dgm:prSet presAssocID="{8FE3D5B3-4A64-45AB-BFAA-8B8082A43BC4}" presName="sibTrans" presStyleCnt="0"/>
      <dgm:spPr/>
    </dgm:pt>
    <dgm:pt modelId="{9F273798-1EC4-409D-A6FC-7935E52C68DC}" type="pres">
      <dgm:prSet presAssocID="{307FB9F2-9F6F-4064-974A-BD03E81BED59}" presName="compNode" presStyleCnt="0"/>
      <dgm:spPr/>
    </dgm:pt>
    <dgm:pt modelId="{D3E9A562-F384-4DCD-AE07-443734AD0BE7}" type="pres">
      <dgm:prSet presAssocID="{307FB9F2-9F6F-4064-974A-BD03E81BED59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ntern"/>
        </a:ext>
      </dgm:extLst>
    </dgm:pt>
    <dgm:pt modelId="{51D4F7FA-E13C-411F-B949-03D0ECDC4220}" type="pres">
      <dgm:prSet presAssocID="{307FB9F2-9F6F-4064-974A-BD03E81BED59}" presName="spaceRect" presStyleCnt="0"/>
      <dgm:spPr/>
    </dgm:pt>
    <dgm:pt modelId="{48D4C368-7D0D-44CF-8810-FBFA5707145E}" type="pres">
      <dgm:prSet presAssocID="{307FB9F2-9F6F-4064-974A-BD03E81BED59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0157611-3B1C-4308-92EC-29198F00A1C7}" srcId="{090BF62E-E38D-408C-89E8-C4F9A7F0B96C}" destId="{06F804AC-ECB0-4B26-B7D3-C1C471AA9FF1}" srcOrd="1" destOrd="0" parTransId="{86BD268B-7B21-43E2-9F85-EE0762CE7B80}" sibTransId="{A7513E16-5D0F-4CC3-84D5-B9D91EF24FF1}"/>
    <dgm:cxn modelId="{C74A9A66-3345-4983-8E07-3D04A7851775}" srcId="{090BF62E-E38D-408C-89E8-C4F9A7F0B96C}" destId="{307FB9F2-9F6F-4064-974A-BD03E81BED59}" srcOrd="3" destOrd="0" parTransId="{0063CB65-8E66-4CDC-9839-6E08CE7AF699}" sibTransId="{D5FE61E0-AD1D-496B-B7AD-5115AFE219F1}"/>
    <dgm:cxn modelId="{D79B4254-AD8B-400F-9CE3-2F2553BB5D01}" srcId="{090BF62E-E38D-408C-89E8-C4F9A7F0B96C}" destId="{45A8705C-7437-4646-93DE-F75DD38D7F14}" srcOrd="2" destOrd="0" parTransId="{C5B53A58-B547-4028-A890-45CAC37034D9}" sibTransId="{8FE3D5B3-4A64-45AB-BFAA-8B8082A43BC4}"/>
    <dgm:cxn modelId="{AD5FC356-9E37-46AE-A511-0ECD869EDF70}" type="presOf" srcId="{090BF62E-E38D-408C-89E8-C4F9A7F0B96C}" destId="{2E26C4DE-800C-43EE-8FA4-E629F305BA01}" srcOrd="0" destOrd="0" presId="urn:microsoft.com/office/officeart/2018/2/layout/IconLabelList"/>
    <dgm:cxn modelId="{E15CFB81-DFFA-4A21-AE20-100B5131BC83}" type="presOf" srcId="{307FB9F2-9F6F-4064-974A-BD03E81BED59}" destId="{48D4C368-7D0D-44CF-8810-FBFA5707145E}" srcOrd="0" destOrd="0" presId="urn:microsoft.com/office/officeart/2018/2/layout/IconLabelList"/>
    <dgm:cxn modelId="{E0A796B4-A6E7-486B-A6AF-14F872B8DA02}" srcId="{090BF62E-E38D-408C-89E8-C4F9A7F0B96C}" destId="{64D4EBD8-4ABD-4895-A523-D6EF784E1C2E}" srcOrd="0" destOrd="0" parTransId="{D7E4AC3D-A2DE-4C5A-BC0D-37F535D23CB0}" sibTransId="{5B3F37BA-A991-433E-8A25-522184F48616}"/>
    <dgm:cxn modelId="{06050EBB-5D32-4768-9D0A-90192F964EA3}" type="presOf" srcId="{64D4EBD8-4ABD-4895-A523-D6EF784E1C2E}" destId="{D32C6BB9-BEB4-46BF-99E6-4BB76623EC47}" srcOrd="0" destOrd="0" presId="urn:microsoft.com/office/officeart/2018/2/layout/IconLabelList"/>
    <dgm:cxn modelId="{6ACEA9CC-8A4E-4A66-9C85-A32215D5CB44}" type="presOf" srcId="{45A8705C-7437-4646-93DE-F75DD38D7F14}" destId="{12943A83-0BA9-47AB-B810-6B804FBE18BE}" srcOrd="0" destOrd="0" presId="urn:microsoft.com/office/officeart/2018/2/layout/IconLabelList"/>
    <dgm:cxn modelId="{6A1EB0F6-D584-4513-8D1A-366F79173192}" type="presOf" srcId="{06F804AC-ECB0-4B26-B7D3-C1C471AA9FF1}" destId="{9E48A3BC-30A4-40F0-BACC-97F880B77CA4}" srcOrd="0" destOrd="0" presId="urn:microsoft.com/office/officeart/2018/2/layout/IconLabelList"/>
    <dgm:cxn modelId="{1DB750A5-BA9B-4E92-8407-A0ED5612E8A7}" type="presParOf" srcId="{2E26C4DE-800C-43EE-8FA4-E629F305BA01}" destId="{6605B7FB-13AA-47CD-9B2F-6DD165A1658E}" srcOrd="0" destOrd="0" presId="urn:microsoft.com/office/officeart/2018/2/layout/IconLabelList"/>
    <dgm:cxn modelId="{772E6DAD-8630-46CC-9C44-3E1EFF381095}" type="presParOf" srcId="{6605B7FB-13AA-47CD-9B2F-6DD165A1658E}" destId="{FB5B4A5F-4501-4790-A0EB-D7724AFA4490}" srcOrd="0" destOrd="0" presId="urn:microsoft.com/office/officeart/2018/2/layout/IconLabelList"/>
    <dgm:cxn modelId="{FB82EC21-4503-4D72-8110-8BEC02B7EAF6}" type="presParOf" srcId="{6605B7FB-13AA-47CD-9B2F-6DD165A1658E}" destId="{68892321-7250-491F-BCD1-83F7F7F5A28A}" srcOrd="1" destOrd="0" presId="urn:microsoft.com/office/officeart/2018/2/layout/IconLabelList"/>
    <dgm:cxn modelId="{F1D494FE-3966-44A4-A7E2-443C0045EA85}" type="presParOf" srcId="{6605B7FB-13AA-47CD-9B2F-6DD165A1658E}" destId="{D32C6BB9-BEB4-46BF-99E6-4BB76623EC47}" srcOrd="2" destOrd="0" presId="urn:microsoft.com/office/officeart/2018/2/layout/IconLabelList"/>
    <dgm:cxn modelId="{EB7D3142-5CDD-4FA8-842C-071B1E02B9E4}" type="presParOf" srcId="{2E26C4DE-800C-43EE-8FA4-E629F305BA01}" destId="{F1F1E11B-F54D-4DDF-98DC-6F938338301B}" srcOrd="1" destOrd="0" presId="urn:microsoft.com/office/officeart/2018/2/layout/IconLabelList"/>
    <dgm:cxn modelId="{445DEA4D-D8B9-4B6D-B988-ADF0E9400CDB}" type="presParOf" srcId="{2E26C4DE-800C-43EE-8FA4-E629F305BA01}" destId="{2609E029-9729-43D8-B4BD-F85EB52EEE69}" srcOrd="2" destOrd="0" presId="urn:microsoft.com/office/officeart/2018/2/layout/IconLabelList"/>
    <dgm:cxn modelId="{B9C71B46-B2A1-4158-8995-DC28D1241C94}" type="presParOf" srcId="{2609E029-9729-43D8-B4BD-F85EB52EEE69}" destId="{35B4A693-DBA4-4BE4-94F5-0220284A9716}" srcOrd="0" destOrd="0" presId="urn:microsoft.com/office/officeart/2018/2/layout/IconLabelList"/>
    <dgm:cxn modelId="{728ECE87-0BB3-4B16-8BBF-3B888CE101A9}" type="presParOf" srcId="{2609E029-9729-43D8-B4BD-F85EB52EEE69}" destId="{09461E9E-5FAC-4548-9B16-ED74060894AB}" srcOrd="1" destOrd="0" presId="urn:microsoft.com/office/officeart/2018/2/layout/IconLabelList"/>
    <dgm:cxn modelId="{CE5812C3-2242-413B-9C69-47EB1BCA6FF9}" type="presParOf" srcId="{2609E029-9729-43D8-B4BD-F85EB52EEE69}" destId="{9E48A3BC-30A4-40F0-BACC-97F880B77CA4}" srcOrd="2" destOrd="0" presId="urn:microsoft.com/office/officeart/2018/2/layout/IconLabelList"/>
    <dgm:cxn modelId="{9CC2308E-E738-4078-8123-469C44B0A8D1}" type="presParOf" srcId="{2E26C4DE-800C-43EE-8FA4-E629F305BA01}" destId="{87A67A1F-E3DB-4083-9E45-7F71844B0AF0}" srcOrd="3" destOrd="0" presId="urn:microsoft.com/office/officeart/2018/2/layout/IconLabelList"/>
    <dgm:cxn modelId="{2E686409-C630-47CA-96DC-4DD834BF1416}" type="presParOf" srcId="{2E26C4DE-800C-43EE-8FA4-E629F305BA01}" destId="{05DCB8B7-4437-4498-B8E8-7A6287C2B3F1}" srcOrd="4" destOrd="0" presId="urn:microsoft.com/office/officeart/2018/2/layout/IconLabelList"/>
    <dgm:cxn modelId="{25707791-503D-487B-9249-377FAB2B2DB8}" type="presParOf" srcId="{05DCB8B7-4437-4498-B8E8-7A6287C2B3F1}" destId="{18771863-932D-418C-B98A-4B7AD7B76EB9}" srcOrd="0" destOrd="0" presId="urn:microsoft.com/office/officeart/2018/2/layout/IconLabelList"/>
    <dgm:cxn modelId="{6417790A-AC4F-4340-947E-25FDC1B434A5}" type="presParOf" srcId="{05DCB8B7-4437-4498-B8E8-7A6287C2B3F1}" destId="{57A760ED-42C4-4039-BA81-0D4E531AAA98}" srcOrd="1" destOrd="0" presId="urn:microsoft.com/office/officeart/2018/2/layout/IconLabelList"/>
    <dgm:cxn modelId="{AAC99A1F-D6A5-425D-A3ED-333A2C15E244}" type="presParOf" srcId="{05DCB8B7-4437-4498-B8E8-7A6287C2B3F1}" destId="{12943A83-0BA9-47AB-B810-6B804FBE18BE}" srcOrd="2" destOrd="0" presId="urn:microsoft.com/office/officeart/2018/2/layout/IconLabelList"/>
    <dgm:cxn modelId="{137D220A-B5D4-4343-859F-C146EA40DDF7}" type="presParOf" srcId="{2E26C4DE-800C-43EE-8FA4-E629F305BA01}" destId="{BC82CE94-A3C9-41DC-8120-E5D0137D4B15}" srcOrd="5" destOrd="0" presId="urn:microsoft.com/office/officeart/2018/2/layout/IconLabelList"/>
    <dgm:cxn modelId="{DBC2B65C-EDE4-4B82-BFB0-4A93065D873B}" type="presParOf" srcId="{2E26C4DE-800C-43EE-8FA4-E629F305BA01}" destId="{9F273798-1EC4-409D-A6FC-7935E52C68DC}" srcOrd="6" destOrd="0" presId="urn:microsoft.com/office/officeart/2018/2/layout/IconLabelList"/>
    <dgm:cxn modelId="{DC91BA3C-E884-496A-A32C-EB03F666C927}" type="presParOf" srcId="{9F273798-1EC4-409D-A6FC-7935E52C68DC}" destId="{D3E9A562-F384-4DCD-AE07-443734AD0BE7}" srcOrd="0" destOrd="0" presId="urn:microsoft.com/office/officeart/2018/2/layout/IconLabelList"/>
    <dgm:cxn modelId="{CBE9F21B-094C-45E1-8716-87C0432329D8}" type="presParOf" srcId="{9F273798-1EC4-409D-A6FC-7935E52C68DC}" destId="{51D4F7FA-E13C-411F-B949-03D0ECDC4220}" srcOrd="1" destOrd="0" presId="urn:microsoft.com/office/officeart/2018/2/layout/IconLabelList"/>
    <dgm:cxn modelId="{DFA924EF-E4E2-47E7-9B51-27313B425765}" type="presParOf" srcId="{9F273798-1EC4-409D-A6FC-7935E52C68DC}" destId="{48D4C368-7D0D-44CF-8810-FBFA5707145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0D0D3BE-408A-4523-A576-D1D0E12C6D8D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6EBA079F-B1FD-42EC-A1E0-11051796559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Streamline task organization for students.</a:t>
          </a:r>
        </a:p>
      </dgm:t>
    </dgm:pt>
    <dgm:pt modelId="{3CA5E8DB-4D2F-4BB4-B85B-6D78D67F63CF}" type="parTrans" cxnId="{F1E63F87-4D75-45D9-BBD8-0DC119350BE6}">
      <dgm:prSet/>
      <dgm:spPr/>
      <dgm:t>
        <a:bodyPr/>
        <a:lstStyle/>
        <a:p>
          <a:endParaRPr lang="en-US"/>
        </a:p>
      </dgm:t>
    </dgm:pt>
    <dgm:pt modelId="{D8AD7828-1D36-4612-92D4-873443578EDD}" type="sibTrans" cxnId="{F1E63F87-4D75-45D9-BBD8-0DC119350BE6}">
      <dgm:prSet/>
      <dgm:spPr/>
      <dgm:t>
        <a:bodyPr/>
        <a:lstStyle/>
        <a:p>
          <a:endParaRPr lang="en-US"/>
        </a:p>
      </dgm:t>
    </dgm:pt>
    <dgm:pt modelId="{4EA10FBA-477A-403F-814A-DE94545335C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Provide timely reminders for deadlines and exams.</a:t>
          </a:r>
        </a:p>
      </dgm:t>
    </dgm:pt>
    <dgm:pt modelId="{B803E617-26C4-4F74-809D-8D9CF6BFE8FC}" type="parTrans" cxnId="{3325FBF0-FD91-4C8C-BD04-1C16A45CFC7E}">
      <dgm:prSet/>
      <dgm:spPr/>
      <dgm:t>
        <a:bodyPr/>
        <a:lstStyle/>
        <a:p>
          <a:endParaRPr lang="en-US"/>
        </a:p>
      </dgm:t>
    </dgm:pt>
    <dgm:pt modelId="{B5F3915E-0B0E-451F-97A0-DC1DBFCD2EFF}" type="sibTrans" cxnId="{3325FBF0-FD91-4C8C-BD04-1C16A45CFC7E}">
      <dgm:prSet/>
      <dgm:spPr/>
      <dgm:t>
        <a:bodyPr/>
        <a:lstStyle/>
        <a:p>
          <a:endParaRPr lang="en-US"/>
        </a:p>
      </dgm:t>
    </dgm:pt>
    <dgm:pt modelId="{98CCB556-6A13-4310-A2F4-6FC010E19B4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Ensure data synchronization across multiple devices.</a:t>
          </a:r>
        </a:p>
      </dgm:t>
    </dgm:pt>
    <dgm:pt modelId="{73CE9A86-27EA-425C-8AAF-A652DB9A8B5C}" type="parTrans" cxnId="{69AA310B-78E0-4C49-90B2-2D6798359F96}">
      <dgm:prSet/>
      <dgm:spPr/>
      <dgm:t>
        <a:bodyPr/>
        <a:lstStyle/>
        <a:p>
          <a:endParaRPr lang="en-US"/>
        </a:p>
      </dgm:t>
    </dgm:pt>
    <dgm:pt modelId="{D91AC25C-9181-4FB4-BB2D-D952E363E39D}" type="sibTrans" cxnId="{69AA310B-78E0-4C49-90B2-2D6798359F96}">
      <dgm:prSet/>
      <dgm:spPr/>
      <dgm:t>
        <a:bodyPr/>
        <a:lstStyle/>
        <a:p>
          <a:endParaRPr lang="en-US"/>
        </a:p>
      </dgm:t>
    </dgm:pt>
    <dgm:pt modelId="{C42AA6C4-D3D4-480D-A766-3A22EF8F555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Deliver a modern, intuitive, and responsive user interface.</a:t>
          </a:r>
        </a:p>
      </dgm:t>
    </dgm:pt>
    <dgm:pt modelId="{88E37C8B-4A41-43AC-81AE-8C9DD20B5935}" type="parTrans" cxnId="{E29F5695-C44D-460C-A964-D71EC663B772}">
      <dgm:prSet/>
      <dgm:spPr/>
      <dgm:t>
        <a:bodyPr/>
        <a:lstStyle/>
        <a:p>
          <a:endParaRPr lang="en-US"/>
        </a:p>
      </dgm:t>
    </dgm:pt>
    <dgm:pt modelId="{12098727-569F-4E93-836A-3175437B3A3E}" type="sibTrans" cxnId="{E29F5695-C44D-460C-A964-D71EC663B772}">
      <dgm:prSet/>
      <dgm:spPr/>
      <dgm:t>
        <a:bodyPr/>
        <a:lstStyle/>
        <a:p>
          <a:endParaRPr lang="en-US"/>
        </a:p>
      </dgm:t>
    </dgm:pt>
    <dgm:pt modelId="{53811C1C-13B5-4A72-BBC6-7873564BA8BA}" type="pres">
      <dgm:prSet presAssocID="{40D0D3BE-408A-4523-A576-D1D0E12C6D8D}" presName="root" presStyleCnt="0">
        <dgm:presLayoutVars>
          <dgm:dir/>
          <dgm:resizeHandles val="exact"/>
        </dgm:presLayoutVars>
      </dgm:prSet>
      <dgm:spPr/>
    </dgm:pt>
    <dgm:pt modelId="{726C0243-182F-42F2-A8CD-C1ADFCD6C087}" type="pres">
      <dgm:prSet presAssocID="{6EBA079F-B1FD-42EC-A1E0-110517965594}" presName="compNode" presStyleCnt="0"/>
      <dgm:spPr/>
    </dgm:pt>
    <dgm:pt modelId="{448E5C9D-C8A6-47B8-BF8A-4B1A4A945735}" type="pres">
      <dgm:prSet presAssocID="{6EBA079F-B1FD-42EC-A1E0-110517965594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DCED6DA9-F180-4E1D-815A-D99A8476ECBB}" type="pres">
      <dgm:prSet presAssocID="{6EBA079F-B1FD-42EC-A1E0-110517965594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C02E5806-2994-46B9-A59E-9E9F82EF50FC}" type="pres">
      <dgm:prSet presAssocID="{6EBA079F-B1FD-42EC-A1E0-110517965594}" presName="spaceRect" presStyleCnt="0"/>
      <dgm:spPr/>
    </dgm:pt>
    <dgm:pt modelId="{CA2278EB-C880-42FB-AAA2-D0152B498001}" type="pres">
      <dgm:prSet presAssocID="{6EBA079F-B1FD-42EC-A1E0-110517965594}" presName="textRect" presStyleLbl="revTx" presStyleIdx="0" presStyleCnt="4">
        <dgm:presLayoutVars>
          <dgm:chMax val="1"/>
          <dgm:chPref val="1"/>
        </dgm:presLayoutVars>
      </dgm:prSet>
      <dgm:spPr/>
    </dgm:pt>
    <dgm:pt modelId="{F22CECCA-E70F-4632-B217-2E05118B39E7}" type="pres">
      <dgm:prSet presAssocID="{D8AD7828-1D36-4612-92D4-873443578EDD}" presName="sibTrans" presStyleCnt="0"/>
      <dgm:spPr/>
    </dgm:pt>
    <dgm:pt modelId="{227C4AEA-97BE-4789-878C-EB91A6694EBA}" type="pres">
      <dgm:prSet presAssocID="{4EA10FBA-477A-403F-814A-DE94545335C0}" presName="compNode" presStyleCnt="0"/>
      <dgm:spPr/>
    </dgm:pt>
    <dgm:pt modelId="{BE9FCE1A-A5E0-4E62-91A2-3CCCD5319126}" type="pres">
      <dgm:prSet presAssocID="{4EA10FBA-477A-403F-814A-DE94545335C0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AC4A6D52-D195-459C-8760-DF068E479EA2}" type="pres">
      <dgm:prSet presAssocID="{4EA10FBA-477A-403F-814A-DE94545335C0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BFA50C3D-6D80-4165-8F54-4EFC4FC23F9B}" type="pres">
      <dgm:prSet presAssocID="{4EA10FBA-477A-403F-814A-DE94545335C0}" presName="spaceRect" presStyleCnt="0"/>
      <dgm:spPr/>
    </dgm:pt>
    <dgm:pt modelId="{F2250756-B07F-434F-B7EB-E706F2463C43}" type="pres">
      <dgm:prSet presAssocID="{4EA10FBA-477A-403F-814A-DE94545335C0}" presName="textRect" presStyleLbl="revTx" presStyleIdx="1" presStyleCnt="4">
        <dgm:presLayoutVars>
          <dgm:chMax val="1"/>
          <dgm:chPref val="1"/>
        </dgm:presLayoutVars>
      </dgm:prSet>
      <dgm:spPr/>
    </dgm:pt>
    <dgm:pt modelId="{1FE79D09-48EB-4577-B0AA-1920E929C859}" type="pres">
      <dgm:prSet presAssocID="{B5F3915E-0B0E-451F-97A0-DC1DBFCD2EFF}" presName="sibTrans" presStyleCnt="0"/>
      <dgm:spPr/>
    </dgm:pt>
    <dgm:pt modelId="{0FDF53E9-A2BC-4C40-8C48-2BE83041C042}" type="pres">
      <dgm:prSet presAssocID="{98CCB556-6A13-4310-A2F4-6FC010E19B45}" presName="compNode" presStyleCnt="0"/>
      <dgm:spPr/>
    </dgm:pt>
    <dgm:pt modelId="{C44E09F1-F64E-4000-B6B3-1C20B33C2E0A}" type="pres">
      <dgm:prSet presAssocID="{98CCB556-6A13-4310-A2F4-6FC010E19B45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73D0289B-D12C-429B-BB72-D454650E5CAB}" type="pres">
      <dgm:prSet presAssocID="{98CCB556-6A13-4310-A2F4-6FC010E19B45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08FFC4EC-3AF8-4858-A1CE-43EC3E12FF8F}" type="pres">
      <dgm:prSet presAssocID="{98CCB556-6A13-4310-A2F4-6FC010E19B45}" presName="spaceRect" presStyleCnt="0"/>
      <dgm:spPr/>
    </dgm:pt>
    <dgm:pt modelId="{2072B5F0-BF21-4FAB-BE52-7562B0241A83}" type="pres">
      <dgm:prSet presAssocID="{98CCB556-6A13-4310-A2F4-6FC010E19B45}" presName="textRect" presStyleLbl="revTx" presStyleIdx="2" presStyleCnt="4">
        <dgm:presLayoutVars>
          <dgm:chMax val="1"/>
          <dgm:chPref val="1"/>
        </dgm:presLayoutVars>
      </dgm:prSet>
      <dgm:spPr/>
    </dgm:pt>
    <dgm:pt modelId="{F4F374AD-B22C-4B0F-8CB6-660FA74E6D15}" type="pres">
      <dgm:prSet presAssocID="{D91AC25C-9181-4FB4-BB2D-D952E363E39D}" presName="sibTrans" presStyleCnt="0"/>
      <dgm:spPr/>
    </dgm:pt>
    <dgm:pt modelId="{BD647911-EF23-46E1-BAD5-FBD6B47D96A2}" type="pres">
      <dgm:prSet presAssocID="{C42AA6C4-D3D4-480D-A766-3A22EF8F5556}" presName="compNode" presStyleCnt="0"/>
      <dgm:spPr/>
    </dgm:pt>
    <dgm:pt modelId="{8098B317-F266-41E0-A5DD-505BB0275DDD}" type="pres">
      <dgm:prSet presAssocID="{C42AA6C4-D3D4-480D-A766-3A22EF8F5556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9F3B5BCE-98B2-48D5-8064-6A0D89977504}" type="pres">
      <dgm:prSet presAssocID="{C42AA6C4-D3D4-480D-A766-3A22EF8F5556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AB621B22-94E7-4800-A6B7-806D02B175F6}" type="pres">
      <dgm:prSet presAssocID="{C42AA6C4-D3D4-480D-A766-3A22EF8F5556}" presName="spaceRect" presStyleCnt="0"/>
      <dgm:spPr/>
    </dgm:pt>
    <dgm:pt modelId="{2EEF10FF-2A6F-4E5A-A019-657FB6289ABE}" type="pres">
      <dgm:prSet presAssocID="{C42AA6C4-D3D4-480D-A766-3A22EF8F5556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DD180609-B992-4ED1-B4DB-4FD1D4D1CB90}" type="presOf" srcId="{40D0D3BE-408A-4523-A576-D1D0E12C6D8D}" destId="{53811C1C-13B5-4A72-BBC6-7873564BA8BA}" srcOrd="0" destOrd="0" presId="urn:microsoft.com/office/officeart/2018/5/layout/IconLeafLabelList"/>
    <dgm:cxn modelId="{69AA310B-78E0-4C49-90B2-2D6798359F96}" srcId="{40D0D3BE-408A-4523-A576-D1D0E12C6D8D}" destId="{98CCB556-6A13-4310-A2F4-6FC010E19B45}" srcOrd="2" destOrd="0" parTransId="{73CE9A86-27EA-425C-8AAF-A652DB9A8B5C}" sibTransId="{D91AC25C-9181-4FB4-BB2D-D952E363E39D}"/>
    <dgm:cxn modelId="{9C8DEC66-2085-4F37-A8D3-DFF176694B81}" type="presOf" srcId="{98CCB556-6A13-4310-A2F4-6FC010E19B45}" destId="{2072B5F0-BF21-4FAB-BE52-7562B0241A83}" srcOrd="0" destOrd="0" presId="urn:microsoft.com/office/officeart/2018/5/layout/IconLeafLabelList"/>
    <dgm:cxn modelId="{6E28F451-6939-4D96-81FA-A65ED014E0E8}" type="presOf" srcId="{C42AA6C4-D3D4-480D-A766-3A22EF8F5556}" destId="{2EEF10FF-2A6F-4E5A-A019-657FB6289ABE}" srcOrd="0" destOrd="0" presId="urn:microsoft.com/office/officeart/2018/5/layout/IconLeafLabelList"/>
    <dgm:cxn modelId="{F1E63F87-4D75-45D9-BBD8-0DC119350BE6}" srcId="{40D0D3BE-408A-4523-A576-D1D0E12C6D8D}" destId="{6EBA079F-B1FD-42EC-A1E0-110517965594}" srcOrd="0" destOrd="0" parTransId="{3CA5E8DB-4D2F-4BB4-B85B-6D78D67F63CF}" sibTransId="{D8AD7828-1D36-4612-92D4-873443578EDD}"/>
    <dgm:cxn modelId="{E29F5695-C44D-460C-A964-D71EC663B772}" srcId="{40D0D3BE-408A-4523-A576-D1D0E12C6D8D}" destId="{C42AA6C4-D3D4-480D-A766-3A22EF8F5556}" srcOrd="3" destOrd="0" parTransId="{88E37C8B-4A41-43AC-81AE-8C9DD20B5935}" sibTransId="{12098727-569F-4E93-836A-3175437B3A3E}"/>
    <dgm:cxn modelId="{D1EDEBAD-F882-4CF5-9F67-620576E80D4E}" type="presOf" srcId="{4EA10FBA-477A-403F-814A-DE94545335C0}" destId="{F2250756-B07F-434F-B7EB-E706F2463C43}" srcOrd="0" destOrd="0" presId="urn:microsoft.com/office/officeart/2018/5/layout/IconLeafLabelList"/>
    <dgm:cxn modelId="{28B467E0-E27F-45E5-8C9D-AC2E51940011}" type="presOf" srcId="{6EBA079F-B1FD-42EC-A1E0-110517965594}" destId="{CA2278EB-C880-42FB-AAA2-D0152B498001}" srcOrd="0" destOrd="0" presId="urn:microsoft.com/office/officeart/2018/5/layout/IconLeafLabelList"/>
    <dgm:cxn modelId="{3325FBF0-FD91-4C8C-BD04-1C16A45CFC7E}" srcId="{40D0D3BE-408A-4523-A576-D1D0E12C6D8D}" destId="{4EA10FBA-477A-403F-814A-DE94545335C0}" srcOrd="1" destOrd="0" parTransId="{B803E617-26C4-4F74-809D-8D9CF6BFE8FC}" sibTransId="{B5F3915E-0B0E-451F-97A0-DC1DBFCD2EFF}"/>
    <dgm:cxn modelId="{8EDA67A9-119B-4DF0-B0DF-FFE1BD766812}" type="presParOf" srcId="{53811C1C-13B5-4A72-BBC6-7873564BA8BA}" destId="{726C0243-182F-42F2-A8CD-C1ADFCD6C087}" srcOrd="0" destOrd="0" presId="urn:microsoft.com/office/officeart/2018/5/layout/IconLeafLabelList"/>
    <dgm:cxn modelId="{9673537F-67D7-4B16-BBAE-4D678CB0D7EE}" type="presParOf" srcId="{726C0243-182F-42F2-A8CD-C1ADFCD6C087}" destId="{448E5C9D-C8A6-47B8-BF8A-4B1A4A945735}" srcOrd="0" destOrd="0" presId="urn:microsoft.com/office/officeart/2018/5/layout/IconLeafLabelList"/>
    <dgm:cxn modelId="{28146744-6459-4212-A625-93E9C908AE0C}" type="presParOf" srcId="{726C0243-182F-42F2-A8CD-C1ADFCD6C087}" destId="{DCED6DA9-F180-4E1D-815A-D99A8476ECBB}" srcOrd="1" destOrd="0" presId="urn:microsoft.com/office/officeart/2018/5/layout/IconLeafLabelList"/>
    <dgm:cxn modelId="{A369D9F4-48F1-496C-A37F-7FA20C2232A1}" type="presParOf" srcId="{726C0243-182F-42F2-A8CD-C1ADFCD6C087}" destId="{C02E5806-2994-46B9-A59E-9E9F82EF50FC}" srcOrd="2" destOrd="0" presId="urn:microsoft.com/office/officeart/2018/5/layout/IconLeafLabelList"/>
    <dgm:cxn modelId="{194CF049-D508-46B2-84DC-FB38F4B8E7D3}" type="presParOf" srcId="{726C0243-182F-42F2-A8CD-C1ADFCD6C087}" destId="{CA2278EB-C880-42FB-AAA2-D0152B498001}" srcOrd="3" destOrd="0" presId="urn:microsoft.com/office/officeart/2018/5/layout/IconLeafLabelList"/>
    <dgm:cxn modelId="{7E61CD76-7DB1-40D1-94D0-CF2D55F0434E}" type="presParOf" srcId="{53811C1C-13B5-4A72-BBC6-7873564BA8BA}" destId="{F22CECCA-E70F-4632-B217-2E05118B39E7}" srcOrd="1" destOrd="0" presId="urn:microsoft.com/office/officeart/2018/5/layout/IconLeafLabelList"/>
    <dgm:cxn modelId="{16D6EB52-09A7-48E4-8B6C-21C1A3B00F91}" type="presParOf" srcId="{53811C1C-13B5-4A72-BBC6-7873564BA8BA}" destId="{227C4AEA-97BE-4789-878C-EB91A6694EBA}" srcOrd="2" destOrd="0" presId="urn:microsoft.com/office/officeart/2018/5/layout/IconLeafLabelList"/>
    <dgm:cxn modelId="{EDA7E6F3-EA53-486C-B3A9-37EE8C4A8377}" type="presParOf" srcId="{227C4AEA-97BE-4789-878C-EB91A6694EBA}" destId="{BE9FCE1A-A5E0-4E62-91A2-3CCCD5319126}" srcOrd="0" destOrd="0" presId="urn:microsoft.com/office/officeart/2018/5/layout/IconLeafLabelList"/>
    <dgm:cxn modelId="{8EFEBBA7-5302-462B-ACC1-D88E1129AC4C}" type="presParOf" srcId="{227C4AEA-97BE-4789-878C-EB91A6694EBA}" destId="{AC4A6D52-D195-459C-8760-DF068E479EA2}" srcOrd="1" destOrd="0" presId="urn:microsoft.com/office/officeart/2018/5/layout/IconLeafLabelList"/>
    <dgm:cxn modelId="{DF08E85C-EAB7-4AF2-BDE8-E3DE2C18C784}" type="presParOf" srcId="{227C4AEA-97BE-4789-878C-EB91A6694EBA}" destId="{BFA50C3D-6D80-4165-8F54-4EFC4FC23F9B}" srcOrd="2" destOrd="0" presId="urn:microsoft.com/office/officeart/2018/5/layout/IconLeafLabelList"/>
    <dgm:cxn modelId="{5DD2F919-C927-4D5D-A260-4CCBAC9AE438}" type="presParOf" srcId="{227C4AEA-97BE-4789-878C-EB91A6694EBA}" destId="{F2250756-B07F-434F-B7EB-E706F2463C43}" srcOrd="3" destOrd="0" presId="urn:microsoft.com/office/officeart/2018/5/layout/IconLeafLabelList"/>
    <dgm:cxn modelId="{E730FCA1-1E10-479B-ACD5-26F54B84A928}" type="presParOf" srcId="{53811C1C-13B5-4A72-BBC6-7873564BA8BA}" destId="{1FE79D09-48EB-4577-B0AA-1920E929C859}" srcOrd="3" destOrd="0" presId="urn:microsoft.com/office/officeart/2018/5/layout/IconLeafLabelList"/>
    <dgm:cxn modelId="{85451746-24D0-4F1C-B49E-34CCACA9CF10}" type="presParOf" srcId="{53811C1C-13B5-4A72-BBC6-7873564BA8BA}" destId="{0FDF53E9-A2BC-4C40-8C48-2BE83041C042}" srcOrd="4" destOrd="0" presId="urn:microsoft.com/office/officeart/2018/5/layout/IconLeafLabelList"/>
    <dgm:cxn modelId="{F5EDF04F-0B60-4E1B-AC77-4B8AAF30837A}" type="presParOf" srcId="{0FDF53E9-A2BC-4C40-8C48-2BE83041C042}" destId="{C44E09F1-F64E-4000-B6B3-1C20B33C2E0A}" srcOrd="0" destOrd="0" presId="urn:microsoft.com/office/officeart/2018/5/layout/IconLeafLabelList"/>
    <dgm:cxn modelId="{BE922AB5-9DC1-4E22-959A-00994579EE42}" type="presParOf" srcId="{0FDF53E9-A2BC-4C40-8C48-2BE83041C042}" destId="{73D0289B-D12C-429B-BB72-D454650E5CAB}" srcOrd="1" destOrd="0" presId="urn:microsoft.com/office/officeart/2018/5/layout/IconLeafLabelList"/>
    <dgm:cxn modelId="{CF2B0F02-3DBB-418D-9FF2-03D9714A00FD}" type="presParOf" srcId="{0FDF53E9-A2BC-4C40-8C48-2BE83041C042}" destId="{08FFC4EC-3AF8-4858-A1CE-43EC3E12FF8F}" srcOrd="2" destOrd="0" presId="urn:microsoft.com/office/officeart/2018/5/layout/IconLeafLabelList"/>
    <dgm:cxn modelId="{99E0E703-F4EA-4D3F-A342-680C34ED6AB4}" type="presParOf" srcId="{0FDF53E9-A2BC-4C40-8C48-2BE83041C042}" destId="{2072B5F0-BF21-4FAB-BE52-7562B0241A83}" srcOrd="3" destOrd="0" presId="urn:microsoft.com/office/officeart/2018/5/layout/IconLeafLabelList"/>
    <dgm:cxn modelId="{C143A4C7-3317-481B-BD6A-BAD1D0D3A98A}" type="presParOf" srcId="{53811C1C-13B5-4A72-BBC6-7873564BA8BA}" destId="{F4F374AD-B22C-4B0F-8CB6-660FA74E6D15}" srcOrd="5" destOrd="0" presId="urn:microsoft.com/office/officeart/2018/5/layout/IconLeafLabelList"/>
    <dgm:cxn modelId="{242EF063-3A71-4747-8E23-C2D8F6FAA53F}" type="presParOf" srcId="{53811C1C-13B5-4A72-BBC6-7873564BA8BA}" destId="{BD647911-EF23-46E1-BAD5-FBD6B47D96A2}" srcOrd="6" destOrd="0" presId="urn:microsoft.com/office/officeart/2018/5/layout/IconLeafLabelList"/>
    <dgm:cxn modelId="{F31E54CA-DB5A-4BFA-B618-BE1D02A2387C}" type="presParOf" srcId="{BD647911-EF23-46E1-BAD5-FBD6B47D96A2}" destId="{8098B317-F266-41E0-A5DD-505BB0275DDD}" srcOrd="0" destOrd="0" presId="urn:microsoft.com/office/officeart/2018/5/layout/IconLeafLabelList"/>
    <dgm:cxn modelId="{7DB01D2B-E7B4-48C2-A4F6-80E4946BFB76}" type="presParOf" srcId="{BD647911-EF23-46E1-BAD5-FBD6B47D96A2}" destId="{9F3B5BCE-98B2-48D5-8064-6A0D89977504}" srcOrd="1" destOrd="0" presId="urn:microsoft.com/office/officeart/2018/5/layout/IconLeafLabelList"/>
    <dgm:cxn modelId="{915F5874-B460-42F8-B899-2BF09942FD18}" type="presParOf" srcId="{BD647911-EF23-46E1-BAD5-FBD6B47D96A2}" destId="{AB621B22-94E7-4800-A6B7-806D02B175F6}" srcOrd="2" destOrd="0" presId="urn:microsoft.com/office/officeart/2018/5/layout/IconLeafLabelList"/>
    <dgm:cxn modelId="{CE796981-6C46-4278-A147-64AA2284C90F}" type="presParOf" srcId="{BD647911-EF23-46E1-BAD5-FBD6B47D96A2}" destId="{2EEF10FF-2A6F-4E5A-A019-657FB6289ABE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B8F810F-CF04-4C52-AC8F-0D66E11DB160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F532A0E-881E-4F34-994E-080434642A81}">
      <dgm:prSet/>
      <dgm:spPr/>
      <dgm:t>
        <a:bodyPr/>
        <a:lstStyle/>
        <a:p>
          <a:r>
            <a:rPr lang="en-US"/>
            <a:t>Frontend: Flutter (Dart UI Framework)</a:t>
          </a:r>
        </a:p>
      </dgm:t>
    </dgm:pt>
    <dgm:pt modelId="{7EA138C0-1617-4F5E-ABBD-8A27598498F8}" type="parTrans" cxnId="{58C7FE45-AB50-42AE-B623-9E5139F48C99}">
      <dgm:prSet/>
      <dgm:spPr/>
      <dgm:t>
        <a:bodyPr/>
        <a:lstStyle/>
        <a:p>
          <a:endParaRPr lang="en-US"/>
        </a:p>
      </dgm:t>
    </dgm:pt>
    <dgm:pt modelId="{7EE2E68E-BF7A-490D-9DB4-78BB5075AA0E}" type="sibTrans" cxnId="{58C7FE45-AB50-42AE-B623-9E5139F48C99}">
      <dgm:prSet/>
      <dgm:spPr/>
      <dgm:t>
        <a:bodyPr/>
        <a:lstStyle/>
        <a:p>
          <a:endParaRPr lang="en-US"/>
        </a:p>
      </dgm:t>
    </dgm:pt>
    <dgm:pt modelId="{7AD90F2E-E388-40B2-96D5-62068871AC97}">
      <dgm:prSet/>
      <dgm:spPr/>
      <dgm:t>
        <a:bodyPr/>
        <a:lstStyle/>
        <a:p>
          <a:r>
            <a:rPr lang="en-US"/>
            <a:t>Backend: Firebase (Authentication &amp; Firestore)</a:t>
          </a:r>
        </a:p>
      </dgm:t>
    </dgm:pt>
    <dgm:pt modelId="{8B6C4E48-076E-4C8F-84F5-78DD3A300586}" type="parTrans" cxnId="{E6D88E17-6CCF-4A06-9771-722915877BA8}">
      <dgm:prSet/>
      <dgm:spPr/>
      <dgm:t>
        <a:bodyPr/>
        <a:lstStyle/>
        <a:p>
          <a:endParaRPr lang="en-US"/>
        </a:p>
      </dgm:t>
    </dgm:pt>
    <dgm:pt modelId="{8F12A746-F2FD-4C5B-AD5C-231433E91BB3}" type="sibTrans" cxnId="{E6D88E17-6CCF-4A06-9771-722915877BA8}">
      <dgm:prSet/>
      <dgm:spPr/>
      <dgm:t>
        <a:bodyPr/>
        <a:lstStyle/>
        <a:p>
          <a:endParaRPr lang="en-US"/>
        </a:p>
      </dgm:t>
    </dgm:pt>
    <dgm:pt modelId="{62F1FF50-2EF9-4295-80B0-A35B4894939A}">
      <dgm:prSet/>
      <dgm:spPr/>
      <dgm:t>
        <a:bodyPr/>
        <a:lstStyle/>
        <a:p>
          <a:r>
            <a:rPr lang="en-US"/>
            <a:t>State Management: Provider Pattern</a:t>
          </a:r>
        </a:p>
      </dgm:t>
    </dgm:pt>
    <dgm:pt modelId="{254D5DD9-C6F4-4FC3-A672-8A67993BB3EA}" type="parTrans" cxnId="{86ED76ED-040C-441C-B07C-DB297E13DBE0}">
      <dgm:prSet/>
      <dgm:spPr/>
      <dgm:t>
        <a:bodyPr/>
        <a:lstStyle/>
        <a:p>
          <a:endParaRPr lang="en-US"/>
        </a:p>
      </dgm:t>
    </dgm:pt>
    <dgm:pt modelId="{8EC09E78-BD8E-4DFD-9FA8-0DC24C791DE9}" type="sibTrans" cxnId="{86ED76ED-040C-441C-B07C-DB297E13DBE0}">
      <dgm:prSet/>
      <dgm:spPr/>
      <dgm:t>
        <a:bodyPr/>
        <a:lstStyle/>
        <a:p>
          <a:endParaRPr lang="en-US"/>
        </a:p>
      </dgm:t>
    </dgm:pt>
    <dgm:pt modelId="{1204ED54-8408-4126-910E-05566BD3AD2C}">
      <dgm:prSet/>
      <dgm:spPr/>
      <dgm:t>
        <a:bodyPr/>
        <a:lstStyle/>
        <a:p>
          <a:r>
            <a:rPr lang="en-US"/>
            <a:t>Notifications: flutter_local_notifications</a:t>
          </a:r>
        </a:p>
      </dgm:t>
    </dgm:pt>
    <dgm:pt modelId="{370B65A2-0A4E-402C-802D-A30DFDE5E47B}" type="parTrans" cxnId="{90C12A94-34E7-4305-AC2D-9ADDC3377E43}">
      <dgm:prSet/>
      <dgm:spPr/>
      <dgm:t>
        <a:bodyPr/>
        <a:lstStyle/>
        <a:p>
          <a:endParaRPr lang="en-US"/>
        </a:p>
      </dgm:t>
    </dgm:pt>
    <dgm:pt modelId="{35BC103A-F132-4DCF-85A9-2673F607A6B1}" type="sibTrans" cxnId="{90C12A94-34E7-4305-AC2D-9ADDC3377E43}">
      <dgm:prSet/>
      <dgm:spPr/>
      <dgm:t>
        <a:bodyPr/>
        <a:lstStyle/>
        <a:p>
          <a:endParaRPr lang="en-US"/>
        </a:p>
      </dgm:t>
    </dgm:pt>
    <dgm:pt modelId="{4826E007-7992-4EC5-9327-F3AE66AB455E}">
      <dgm:prSet/>
      <dgm:spPr/>
      <dgm:t>
        <a:bodyPr/>
        <a:lstStyle/>
        <a:p>
          <a:r>
            <a:rPr lang="en-US"/>
            <a:t>Data Persistence: Cloud Firestore</a:t>
          </a:r>
        </a:p>
      </dgm:t>
    </dgm:pt>
    <dgm:pt modelId="{B27DF5FB-9A60-4660-AAA6-06AC0D34F166}" type="parTrans" cxnId="{8171D271-FA40-49D5-BF26-ADBD1C877980}">
      <dgm:prSet/>
      <dgm:spPr/>
      <dgm:t>
        <a:bodyPr/>
        <a:lstStyle/>
        <a:p>
          <a:endParaRPr lang="en-US"/>
        </a:p>
      </dgm:t>
    </dgm:pt>
    <dgm:pt modelId="{5453356B-F9EA-4769-BA8F-6E682139E324}" type="sibTrans" cxnId="{8171D271-FA40-49D5-BF26-ADBD1C877980}">
      <dgm:prSet/>
      <dgm:spPr/>
      <dgm:t>
        <a:bodyPr/>
        <a:lstStyle/>
        <a:p>
          <a:endParaRPr lang="en-US"/>
        </a:p>
      </dgm:t>
    </dgm:pt>
    <dgm:pt modelId="{F59649CB-9948-4035-97D1-3A724C6AB78B}">
      <dgm:prSet/>
      <dgm:spPr/>
      <dgm:t>
        <a:bodyPr/>
        <a:lstStyle/>
        <a:p>
          <a:r>
            <a:rPr lang="en-US"/>
            <a:t>Design: Material Design 3</a:t>
          </a:r>
        </a:p>
      </dgm:t>
    </dgm:pt>
    <dgm:pt modelId="{005C2B2A-3D2F-4E04-998D-6F181E9E83BE}" type="parTrans" cxnId="{382CD144-5135-4531-9D2E-624865C2757E}">
      <dgm:prSet/>
      <dgm:spPr/>
      <dgm:t>
        <a:bodyPr/>
        <a:lstStyle/>
        <a:p>
          <a:endParaRPr lang="en-US"/>
        </a:p>
      </dgm:t>
    </dgm:pt>
    <dgm:pt modelId="{125180FF-CBC5-42BF-AE26-100F3937F26D}" type="sibTrans" cxnId="{382CD144-5135-4531-9D2E-624865C2757E}">
      <dgm:prSet/>
      <dgm:spPr/>
      <dgm:t>
        <a:bodyPr/>
        <a:lstStyle/>
        <a:p>
          <a:endParaRPr lang="en-US"/>
        </a:p>
      </dgm:t>
    </dgm:pt>
    <dgm:pt modelId="{DAD34315-A0E6-4633-85A9-1734D4AF27F4}" type="pres">
      <dgm:prSet presAssocID="{5B8F810F-CF04-4C52-AC8F-0D66E11DB160}" presName="linear" presStyleCnt="0">
        <dgm:presLayoutVars>
          <dgm:animLvl val="lvl"/>
          <dgm:resizeHandles val="exact"/>
        </dgm:presLayoutVars>
      </dgm:prSet>
      <dgm:spPr/>
    </dgm:pt>
    <dgm:pt modelId="{98C3B9C4-01B4-41A9-976C-049795249D95}" type="pres">
      <dgm:prSet presAssocID="{3F532A0E-881E-4F34-994E-080434642A81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5ED1D6D7-2DAB-43A0-8585-100310FA7402}" type="pres">
      <dgm:prSet presAssocID="{7EE2E68E-BF7A-490D-9DB4-78BB5075AA0E}" presName="spacer" presStyleCnt="0"/>
      <dgm:spPr/>
    </dgm:pt>
    <dgm:pt modelId="{86736F40-BA08-45D7-AEAB-F8042BAB955B}" type="pres">
      <dgm:prSet presAssocID="{7AD90F2E-E388-40B2-96D5-62068871AC97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9C890FCA-3772-4439-A4D9-EBB3EF2F90AC}" type="pres">
      <dgm:prSet presAssocID="{8F12A746-F2FD-4C5B-AD5C-231433E91BB3}" presName="spacer" presStyleCnt="0"/>
      <dgm:spPr/>
    </dgm:pt>
    <dgm:pt modelId="{61C0AF2E-75E7-43E3-A1F9-873C73FC95E3}" type="pres">
      <dgm:prSet presAssocID="{62F1FF50-2EF9-4295-80B0-A35B4894939A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B5E20806-1C82-4FF3-8E6E-26DA6DCC2757}" type="pres">
      <dgm:prSet presAssocID="{8EC09E78-BD8E-4DFD-9FA8-0DC24C791DE9}" presName="spacer" presStyleCnt="0"/>
      <dgm:spPr/>
    </dgm:pt>
    <dgm:pt modelId="{B397F7CB-572F-4098-BF72-5DA239989FAA}" type="pres">
      <dgm:prSet presAssocID="{1204ED54-8408-4126-910E-05566BD3AD2C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9CD068A6-4944-4E2C-8DDC-0A23F4C4E76F}" type="pres">
      <dgm:prSet presAssocID="{35BC103A-F132-4DCF-85A9-2673F607A6B1}" presName="spacer" presStyleCnt="0"/>
      <dgm:spPr/>
    </dgm:pt>
    <dgm:pt modelId="{2EE436BF-10EC-48D9-9348-A913D617BF70}" type="pres">
      <dgm:prSet presAssocID="{4826E007-7992-4EC5-9327-F3AE66AB455E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BB17CC65-8178-4F7E-A871-943CA5D6ACD0}" type="pres">
      <dgm:prSet presAssocID="{5453356B-F9EA-4769-BA8F-6E682139E324}" presName="spacer" presStyleCnt="0"/>
      <dgm:spPr/>
    </dgm:pt>
    <dgm:pt modelId="{136CCA4C-8AEC-4CF1-9D5D-418E4297D8FA}" type="pres">
      <dgm:prSet presAssocID="{F59649CB-9948-4035-97D1-3A724C6AB78B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E6D88E17-6CCF-4A06-9771-722915877BA8}" srcId="{5B8F810F-CF04-4C52-AC8F-0D66E11DB160}" destId="{7AD90F2E-E388-40B2-96D5-62068871AC97}" srcOrd="1" destOrd="0" parTransId="{8B6C4E48-076E-4C8F-84F5-78DD3A300586}" sibTransId="{8F12A746-F2FD-4C5B-AD5C-231433E91BB3}"/>
    <dgm:cxn modelId="{23B3802C-1CE7-47F1-B02B-AE0A08112D88}" type="presOf" srcId="{4826E007-7992-4EC5-9327-F3AE66AB455E}" destId="{2EE436BF-10EC-48D9-9348-A913D617BF70}" srcOrd="0" destOrd="0" presId="urn:microsoft.com/office/officeart/2005/8/layout/vList2"/>
    <dgm:cxn modelId="{0504413D-1F5B-4D4C-ABA4-D97A9E9D8A71}" type="presOf" srcId="{3F532A0E-881E-4F34-994E-080434642A81}" destId="{98C3B9C4-01B4-41A9-976C-049795249D95}" srcOrd="0" destOrd="0" presId="urn:microsoft.com/office/officeart/2005/8/layout/vList2"/>
    <dgm:cxn modelId="{382CD144-5135-4531-9D2E-624865C2757E}" srcId="{5B8F810F-CF04-4C52-AC8F-0D66E11DB160}" destId="{F59649CB-9948-4035-97D1-3A724C6AB78B}" srcOrd="5" destOrd="0" parTransId="{005C2B2A-3D2F-4E04-998D-6F181E9E83BE}" sibTransId="{125180FF-CBC5-42BF-AE26-100F3937F26D}"/>
    <dgm:cxn modelId="{58C7FE45-AB50-42AE-B623-9E5139F48C99}" srcId="{5B8F810F-CF04-4C52-AC8F-0D66E11DB160}" destId="{3F532A0E-881E-4F34-994E-080434642A81}" srcOrd="0" destOrd="0" parTransId="{7EA138C0-1617-4F5E-ABBD-8A27598498F8}" sibTransId="{7EE2E68E-BF7A-490D-9DB4-78BB5075AA0E}"/>
    <dgm:cxn modelId="{22629A48-DDB6-4B61-A6EA-2AFD7481CB3B}" type="presOf" srcId="{F59649CB-9948-4035-97D1-3A724C6AB78B}" destId="{136CCA4C-8AEC-4CF1-9D5D-418E4297D8FA}" srcOrd="0" destOrd="0" presId="urn:microsoft.com/office/officeart/2005/8/layout/vList2"/>
    <dgm:cxn modelId="{8171D271-FA40-49D5-BF26-ADBD1C877980}" srcId="{5B8F810F-CF04-4C52-AC8F-0D66E11DB160}" destId="{4826E007-7992-4EC5-9327-F3AE66AB455E}" srcOrd="4" destOrd="0" parTransId="{B27DF5FB-9A60-4660-AAA6-06AC0D34F166}" sibTransId="{5453356B-F9EA-4769-BA8F-6E682139E324}"/>
    <dgm:cxn modelId="{752C3252-C8B5-4DE8-B1A9-57938AFF91F5}" type="presOf" srcId="{1204ED54-8408-4126-910E-05566BD3AD2C}" destId="{B397F7CB-572F-4098-BF72-5DA239989FAA}" srcOrd="0" destOrd="0" presId="urn:microsoft.com/office/officeart/2005/8/layout/vList2"/>
    <dgm:cxn modelId="{11E0077B-4547-4268-9D40-52CC88E5195F}" type="presOf" srcId="{7AD90F2E-E388-40B2-96D5-62068871AC97}" destId="{86736F40-BA08-45D7-AEAB-F8042BAB955B}" srcOrd="0" destOrd="0" presId="urn:microsoft.com/office/officeart/2005/8/layout/vList2"/>
    <dgm:cxn modelId="{90C12A94-34E7-4305-AC2D-9ADDC3377E43}" srcId="{5B8F810F-CF04-4C52-AC8F-0D66E11DB160}" destId="{1204ED54-8408-4126-910E-05566BD3AD2C}" srcOrd="3" destOrd="0" parTransId="{370B65A2-0A4E-402C-802D-A30DFDE5E47B}" sibTransId="{35BC103A-F132-4DCF-85A9-2673F607A6B1}"/>
    <dgm:cxn modelId="{C6E75696-FF03-4D5B-B355-1DFA68F721BD}" type="presOf" srcId="{5B8F810F-CF04-4C52-AC8F-0D66E11DB160}" destId="{DAD34315-A0E6-4633-85A9-1734D4AF27F4}" srcOrd="0" destOrd="0" presId="urn:microsoft.com/office/officeart/2005/8/layout/vList2"/>
    <dgm:cxn modelId="{AD5E53E6-F3E5-490F-A7D8-59D2F7BEE427}" type="presOf" srcId="{62F1FF50-2EF9-4295-80B0-A35B4894939A}" destId="{61C0AF2E-75E7-43E3-A1F9-873C73FC95E3}" srcOrd="0" destOrd="0" presId="urn:microsoft.com/office/officeart/2005/8/layout/vList2"/>
    <dgm:cxn modelId="{86ED76ED-040C-441C-B07C-DB297E13DBE0}" srcId="{5B8F810F-CF04-4C52-AC8F-0D66E11DB160}" destId="{62F1FF50-2EF9-4295-80B0-A35B4894939A}" srcOrd="2" destOrd="0" parTransId="{254D5DD9-C6F4-4FC3-A672-8A67993BB3EA}" sibTransId="{8EC09E78-BD8E-4DFD-9FA8-0DC24C791DE9}"/>
    <dgm:cxn modelId="{F351CFC5-A7E8-4B57-A501-46F87C7F06EC}" type="presParOf" srcId="{DAD34315-A0E6-4633-85A9-1734D4AF27F4}" destId="{98C3B9C4-01B4-41A9-976C-049795249D95}" srcOrd="0" destOrd="0" presId="urn:microsoft.com/office/officeart/2005/8/layout/vList2"/>
    <dgm:cxn modelId="{50823686-1A82-45CA-9957-838E16188723}" type="presParOf" srcId="{DAD34315-A0E6-4633-85A9-1734D4AF27F4}" destId="{5ED1D6D7-2DAB-43A0-8585-100310FA7402}" srcOrd="1" destOrd="0" presId="urn:microsoft.com/office/officeart/2005/8/layout/vList2"/>
    <dgm:cxn modelId="{32D3C64E-717F-4795-81B1-ED80F55F2CAF}" type="presParOf" srcId="{DAD34315-A0E6-4633-85A9-1734D4AF27F4}" destId="{86736F40-BA08-45D7-AEAB-F8042BAB955B}" srcOrd="2" destOrd="0" presId="urn:microsoft.com/office/officeart/2005/8/layout/vList2"/>
    <dgm:cxn modelId="{37071E2F-4E95-4704-B96C-16F202BAF067}" type="presParOf" srcId="{DAD34315-A0E6-4633-85A9-1734D4AF27F4}" destId="{9C890FCA-3772-4439-A4D9-EBB3EF2F90AC}" srcOrd="3" destOrd="0" presId="urn:microsoft.com/office/officeart/2005/8/layout/vList2"/>
    <dgm:cxn modelId="{75FC105A-F059-4AE6-876E-6B12E0367CB4}" type="presParOf" srcId="{DAD34315-A0E6-4633-85A9-1734D4AF27F4}" destId="{61C0AF2E-75E7-43E3-A1F9-873C73FC95E3}" srcOrd="4" destOrd="0" presId="urn:microsoft.com/office/officeart/2005/8/layout/vList2"/>
    <dgm:cxn modelId="{F0905F44-2242-4B0C-A834-78A7F2A210E6}" type="presParOf" srcId="{DAD34315-A0E6-4633-85A9-1734D4AF27F4}" destId="{B5E20806-1C82-4FF3-8E6E-26DA6DCC2757}" srcOrd="5" destOrd="0" presId="urn:microsoft.com/office/officeart/2005/8/layout/vList2"/>
    <dgm:cxn modelId="{F901BE1E-6D63-448D-94D8-5FC452104CF7}" type="presParOf" srcId="{DAD34315-A0E6-4633-85A9-1734D4AF27F4}" destId="{B397F7CB-572F-4098-BF72-5DA239989FAA}" srcOrd="6" destOrd="0" presId="urn:microsoft.com/office/officeart/2005/8/layout/vList2"/>
    <dgm:cxn modelId="{F4D37A5F-C7A7-40A6-80B0-D9EF6C9435C3}" type="presParOf" srcId="{DAD34315-A0E6-4633-85A9-1734D4AF27F4}" destId="{9CD068A6-4944-4E2C-8DDC-0A23F4C4E76F}" srcOrd="7" destOrd="0" presId="urn:microsoft.com/office/officeart/2005/8/layout/vList2"/>
    <dgm:cxn modelId="{B52083DE-772E-4A57-8FAF-DAF52BEC9ACC}" type="presParOf" srcId="{DAD34315-A0E6-4633-85A9-1734D4AF27F4}" destId="{2EE436BF-10EC-48D9-9348-A913D617BF70}" srcOrd="8" destOrd="0" presId="urn:microsoft.com/office/officeart/2005/8/layout/vList2"/>
    <dgm:cxn modelId="{2F8BBECF-79FF-47BE-A94D-A386067D259C}" type="presParOf" srcId="{DAD34315-A0E6-4633-85A9-1734D4AF27F4}" destId="{BB17CC65-8178-4F7E-A871-943CA5D6ACD0}" srcOrd="9" destOrd="0" presId="urn:microsoft.com/office/officeart/2005/8/layout/vList2"/>
    <dgm:cxn modelId="{B282362D-2999-4BAD-B2BE-D8DFAE7C56B0}" type="presParOf" srcId="{DAD34315-A0E6-4633-85A9-1734D4AF27F4}" destId="{136CCA4C-8AEC-4CF1-9D5D-418E4297D8FA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01F57F6-B7AE-4C24-97D1-4A19B0221317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E11D9629-587E-4047-A82D-C6B54E5D1C5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Google Sign-In: Secure and easy authentication.</a:t>
          </a:r>
        </a:p>
      </dgm:t>
    </dgm:pt>
    <dgm:pt modelId="{14868F5E-5820-4306-BE1D-5CD90D36E168}" type="parTrans" cxnId="{8F624E70-D652-4CCC-BC93-245399BB6C89}">
      <dgm:prSet/>
      <dgm:spPr/>
      <dgm:t>
        <a:bodyPr/>
        <a:lstStyle/>
        <a:p>
          <a:endParaRPr lang="en-US"/>
        </a:p>
      </dgm:t>
    </dgm:pt>
    <dgm:pt modelId="{E38E8AE6-2477-47A1-985E-060038253C69}" type="sibTrans" cxnId="{8F624E70-D652-4CCC-BC93-245399BB6C89}">
      <dgm:prSet/>
      <dgm:spPr/>
      <dgm:t>
        <a:bodyPr/>
        <a:lstStyle/>
        <a:p>
          <a:endParaRPr lang="en-US"/>
        </a:p>
      </dgm:t>
    </dgm:pt>
    <dgm:pt modelId="{54BAD57F-13BD-43DD-8D6D-3C92E6B72D5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Task Management: Create, Read, Update, and Delete tasks.</a:t>
          </a:r>
        </a:p>
      </dgm:t>
    </dgm:pt>
    <dgm:pt modelId="{329751FF-4BDC-45AB-B3D1-318291D9F561}" type="parTrans" cxnId="{27227E56-659D-4049-ABB9-0A64E525D6CA}">
      <dgm:prSet/>
      <dgm:spPr/>
      <dgm:t>
        <a:bodyPr/>
        <a:lstStyle/>
        <a:p>
          <a:endParaRPr lang="en-US"/>
        </a:p>
      </dgm:t>
    </dgm:pt>
    <dgm:pt modelId="{D89D06FF-1670-4509-A0ED-A56AE00EF94F}" type="sibTrans" cxnId="{27227E56-659D-4049-ABB9-0A64E525D6CA}">
      <dgm:prSet/>
      <dgm:spPr/>
      <dgm:t>
        <a:bodyPr/>
        <a:lstStyle/>
        <a:p>
          <a:endParaRPr lang="en-US"/>
        </a:p>
      </dgm:t>
    </dgm:pt>
    <dgm:pt modelId="{BD7DAF7A-6146-461C-97A2-CEBA7EC478D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Prioritization: Mark tasks as Low, Medium, or High priority.</a:t>
          </a:r>
        </a:p>
      </dgm:t>
    </dgm:pt>
    <dgm:pt modelId="{F6FC0FC2-D75A-4E89-8F7F-1F333B2A62C5}" type="parTrans" cxnId="{6A679CD1-47AF-479F-A4D3-4341CD8BD886}">
      <dgm:prSet/>
      <dgm:spPr/>
      <dgm:t>
        <a:bodyPr/>
        <a:lstStyle/>
        <a:p>
          <a:endParaRPr lang="en-US"/>
        </a:p>
      </dgm:t>
    </dgm:pt>
    <dgm:pt modelId="{AAD86375-4AF2-46DF-B2E5-DD6ABE33D254}" type="sibTrans" cxnId="{6A679CD1-47AF-479F-A4D3-4341CD8BD886}">
      <dgm:prSet/>
      <dgm:spPr/>
      <dgm:t>
        <a:bodyPr/>
        <a:lstStyle/>
        <a:p>
          <a:endParaRPr lang="en-US"/>
        </a:p>
      </dgm:t>
    </dgm:pt>
    <dgm:pt modelId="{48972EFB-FA4A-4550-8B56-A4E23510EED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Reminders: Set custom notifications for task deadlines.</a:t>
          </a:r>
        </a:p>
      </dgm:t>
    </dgm:pt>
    <dgm:pt modelId="{29690BB3-7888-479B-A8CE-C6521B773A03}" type="parTrans" cxnId="{A33BCE1B-08D9-45A2-BB2F-6D6D856655AA}">
      <dgm:prSet/>
      <dgm:spPr/>
      <dgm:t>
        <a:bodyPr/>
        <a:lstStyle/>
        <a:p>
          <a:endParaRPr lang="en-US"/>
        </a:p>
      </dgm:t>
    </dgm:pt>
    <dgm:pt modelId="{49565039-48D1-492E-AEE3-986BDA52E7A3}" type="sibTrans" cxnId="{A33BCE1B-08D9-45A2-BB2F-6D6D856655AA}">
      <dgm:prSet/>
      <dgm:spPr/>
      <dgm:t>
        <a:bodyPr/>
        <a:lstStyle/>
        <a:p>
          <a:endParaRPr lang="en-US"/>
        </a:p>
      </dgm:t>
    </dgm:pt>
    <dgm:pt modelId="{92C22F3A-E5F4-4D15-899A-705FD75D881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Calendar View: Visualize tasks by date.</a:t>
          </a:r>
        </a:p>
      </dgm:t>
    </dgm:pt>
    <dgm:pt modelId="{F8E16BC2-D929-4989-A3A0-802EB563C84C}" type="parTrans" cxnId="{1A72B654-7F93-432E-B183-A5EDA3484074}">
      <dgm:prSet/>
      <dgm:spPr/>
      <dgm:t>
        <a:bodyPr/>
        <a:lstStyle/>
        <a:p>
          <a:endParaRPr lang="en-US"/>
        </a:p>
      </dgm:t>
    </dgm:pt>
    <dgm:pt modelId="{288EB2DD-2041-4010-87EF-0296B4C1B3A3}" type="sibTrans" cxnId="{1A72B654-7F93-432E-B183-A5EDA3484074}">
      <dgm:prSet/>
      <dgm:spPr/>
      <dgm:t>
        <a:bodyPr/>
        <a:lstStyle/>
        <a:p>
          <a:endParaRPr lang="en-US"/>
        </a:p>
      </dgm:t>
    </dgm:pt>
    <dgm:pt modelId="{7765C848-5BFB-4AC7-81AC-9341DD41643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Theme Support: Dynamic Light and Dark theme toggling.</a:t>
          </a:r>
        </a:p>
      </dgm:t>
    </dgm:pt>
    <dgm:pt modelId="{9A83A9DD-3607-4D76-9D67-6E8781833DE3}" type="parTrans" cxnId="{446A9C2E-35EA-4B65-A3A9-F40D50902FC9}">
      <dgm:prSet/>
      <dgm:spPr/>
      <dgm:t>
        <a:bodyPr/>
        <a:lstStyle/>
        <a:p>
          <a:endParaRPr lang="en-US"/>
        </a:p>
      </dgm:t>
    </dgm:pt>
    <dgm:pt modelId="{BB706138-1676-4B5E-B2FF-5C9549D7D84D}" type="sibTrans" cxnId="{446A9C2E-35EA-4B65-A3A9-F40D50902FC9}">
      <dgm:prSet/>
      <dgm:spPr/>
      <dgm:t>
        <a:bodyPr/>
        <a:lstStyle/>
        <a:p>
          <a:endParaRPr lang="en-US"/>
        </a:p>
      </dgm:t>
    </dgm:pt>
    <dgm:pt modelId="{4E4CBD56-ECEF-46B2-A430-BAEDE78CED12}" type="pres">
      <dgm:prSet presAssocID="{C01F57F6-B7AE-4C24-97D1-4A19B0221317}" presName="root" presStyleCnt="0">
        <dgm:presLayoutVars>
          <dgm:dir/>
          <dgm:resizeHandles val="exact"/>
        </dgm:presLayoutVars>
      </dgm:prSet>
      <dgm:spPr/>
    </dgm:pt>
    <dgm:pt modelId="{5FC11B12-36E3-4BB9-A838-73372A736DCA}" type="pres">
      <dgm:prSet presAssocID="{E11D9629-587E-4047-A82D-C6B54E5D1C5C}" presName="compNode" presStyleCnt="0"/>
      <dgm:spPr/>
    </dgm:pt>
    <dgm:pt modelId="{B142D978-6FF6-44EE-B7C1-AA2FA13C27F5}" type="pres">
      <dgm:prSet presAssocID="{E11D9629-587E-4047-A82D-C6B54E5D1C5C}" presName="iconBgRect" presStyleLbl="bgShp" presStyleIdx="0" presStyleCnt="6"/>
      <dgm:spPr/>
    </dgm:pt>
    <dgm:pt modelId="{50907DE4-BAF1-43E4-8924-79E31777E8E8}" type="pres">
      <dgm:prSet presAssocID="{E11D9629-587E-4047-A82D-C6B54E5D1C5C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95A5F43F-9C1B-43A6-A4EE-80BB752D9042}" type="pres">
      <dgm:prSet presAssocID="{E11D9629-587E-4047-A82D-C6B54E5D1C5C}" presName="spaceRect" presStyleCnt="0"/>
      <dgm:spPr/>
    </dgm:pt>
    <dgm:pt modelId="{ED7DCA06-C07A-4C31-B307-B15B719D6839}" type="pres">
      <dgm:prSet presAssocID="{E11D9629-587E-4047-A82D-C6B54E5D1C5C}" presName="textRect" presStyleLbl="revTx" presStyleIdx="0" presStyleCnt="6">
        <dgm:presLayoutVars>
          <dgm:chMax val="1"/>
          <dgm:chPref val="1"/>
        </dgm:presLayoutVars>
      </dgm:prSet>
      <dgm:spPr/>
    </dgm:pt>
    <dgm:pt modelId="{B62F8F12-A812-4CA7-8762-FF9353E4EA0C}" type="pres">
      <dgm:prSet presAssocID="{E38E8AE6-2477-47A1-985E-060038253C69}" presName="sibTrans" presStyleCnt="0"/>
      <dgm:spPr/>
    </dgm:pt>
    <dgm:pt modelId="{D3EBE380-9E74-4B6D-A574-DAAA2449678B}" type="pres">
      <dgm:prSet presAssocID="{54BAD57F-13BD-43DD-8D6D-3C92E6B72D5D}" presName="compNode" presStyleCnt="0"/>
      <dgm:spPr/>
    </dgm:pt>
    <dgm:pt modelId="{7866D862-B7CC-4DDC-A414-DAD2E5AE1043}" type="pres">
      <dgm:prSet presAssocID="{54BAD57F-13BD-43DD-8D6D-3C92E6B72D5D}" presName="iconBgRect" presStyleLbl="bgShp" presStyleIdx="1" presStyleCnt="6"/>
      <dgm:spPr/>
    </dgm:pt>
    <dgm:pt modelId="{F2C05324-300A-4AA1-BEBE-C140F231C14C}" type="pres">
      <dgm:prSet presAssocID="{54BAD57F-13BD-43DD-8D6D-3C92E6B72D5D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736461DA-C2FB-44F7-A128-9105F1317C47}" type="pres">
      <dgm:prSet presAssocID="{54BAD57F-13BD-43DD-8D6D-3C92E6B72D5D}" presName="spaceRect" presStyleCnt="0"/>
      <dgm:spPr/>
    </dgm:pt>
    <dgm:pt modelId="{4A60411F-5380-47C2-AEA3-536CE9568257}" type="pres">
      <dgm:prSet presAssocID="{54BAD57F-13BD-43DD-8D6D-3C92E6B72D5D}" presName="textRect" presStyleLbl="revTx" presStyleIdx="1" presStyleCnt="6">
        <dgm:presLayoutVars>
          <dgm:chMax val="1"/>
          <dgm:chPref val="1"/>
        </dgm:presLayoutVars>
      </dgm:prSet>
      <dgm:spPr/>
    </dgm:pt>
    <dgm:pt modelId="{0A7F4DF9-5E6D-4476-BD18-CE566A7CC9AB}" type="pres">
      <dgm:prSet presAssocID="{D89D06FF-1670-4509-A0ED-A56AE00EF94F}" presName="sibTrans" presStyleCnt="0"/>
      <dgm:spPr/>
    </dgm:pt>
    <dgm:pt modelId="{B955E442-81ED-465E-A393-7C49B37E58AB}" type="pres">
      <dgm:prSet presAssocID="{BD7DAF7A-6146-461C-97A2-CEBA7EC478D5}" presName="compNode" presStyleCnt="0"/>
      <dgm:spPr/>
    </dgm:pt>
    <dgm:pt modelId="{58B7653E-3DB7-4118-9E77-66F8F97154D9}" type="pres">
      <dgm:prSet presAssocID="{BD7DAF7A-6146-461C-97A2-CEBA7EC478D5}" presName="iconBgRect" presStyleLbl="bgShp" presStyleIdx="2" presStyleCnt="6"/>
      <dgm:spPr/>
    </dgm:pt>
    <dgm:pt modelId="{6D7A3B90-E04A-4656-B561-D048E19C7A58}" type="pres">
      <dgm:prSet presAssocID="{BD7DAF7A-6146-461C-97A2-CEBA7EC478D5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4B862DD1-45B3-421C-919F-EB5BD62AFFA7}" type="pres">
      <dgm:prSet presAssocID="{BD7DAF7A-6146-461C-97A2-CEBA7EC478D5}" presName="spaceRect" presStyleCnt="0"/>
      <dgm:spPr/>
    </dgm:pt>
    <dgm:pt modelId="{0B3F1D6C-F734-4838-A8F4-4B21185A5188}" type="pres">
      <dgm:prSet presAssocID="{BD7DAF7A-6146-461C-97A2-CEBA7EC478D5}" presName="textRect" presStyleLbl="revTx" presStyleIdx="2" presStyleCnt="6">
        <dgm:presLayoutVars>
          <dgm:chMax val="1"/>
          <dgm:chPref val="1"/>
        </dgm:presLayoutVars>
      </dgm:prSet>
      <dgm:spPr/>
    </dgm:pt>
    <dgm:pt modelId="{4DEDF0B8-74E7-44B2-87E3-304CF0F79CF1}" type="pres">
      <dgm:prSet presAssocID="{AAD86375-4AF2-46DF-B2E5-DD6ABE33D254}" presName="sibTrans" presStyleCnt="0"/>
      <dgm:spPr/>
    </dgm:pt>
    <dgm:pt modelId="{09F14E5C-1B74-40A3-B41E-E76595D0BCDC}" type="pres">
      <dgm:prSet presAssocID="{48972EFB-FA4A-4550-8B56-A4E23510EED7}" presName="compNode" presStyleCnt="0"/>
      <dgm:spPr/>
    </dgm:pt>
    <dgm:pt modelId="{EC327FD5-7762-47DF-85CD-12B34EAC53F7}" type="pres">
      <dgm:prSet presAssocID="{48972EFB-FA4A-4550-8B56-A4E23510EED7}" presName="iconBgRect" presStyleLbl="bgShp" presStyleIdx="3" presStyleCnt="6"/>
      <dgm:spPr/>
    </dgm:pt>
    <dgm:pt modelId="{512F8C03-DE47-4BDD-985E-758FD9E449D6}" type="pres">
      <dgm:prSet presAssocID="{48972EFB-FA4A-4550-8B56-A4E23510EED7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ll"/>
        </a:ext>
      </dgm:extLst>
    </dgm:pt>
    <dgm:pt modelId="{21B76311-FF59-4D39-A367-52FBA30081D4}" type="pres">
      <dgm:prSet presAssocID="{48972EFB-FA4A-4550-8B56-A4E23510EED7}" presName="spaceRect" presStyleCnt="0"/>
      <dgm:spPr/>
    </dgm:pt>
    <dgm:pt modelId="{052B6088-8474-430F-8E33-AD2D824C6614}" type="pres">
      <dgm:prSet presAssocID="{48972EFB-FA4A-4550-8B56-A4E23510EED7}" presName="textRect" presStyleLbl="revTx" presStyleIdx="3" presStyleCnt="6">
        <dgm:presLayoutVars>
          <dgm:chMax val="1"/>
          <dgm:chPref val="1"/>
        </dgm:presLayoutVars>
      </dgm:prSet>
      <dgm:spPr/>
    </dgm:pt>
    <dgm:pt modelId="{DCDF75E5-66D9-4952-A6DC-CA813867CD20}" type="pres">
      <dgm:prSet presAssocID="{49565039-48D1-492E-AEE3-986BDA52E7A3}" presName="sibTrans" presStyleCnt="0"/>
      <dgm:spPr/>
    </dgm:pt>
    <dgm:pt modelId="{11661986-821F-4E2B-BFD5-C65E53423286}" type="pres">
      <dgm:prSet presAssocID="{92C22F3A-E5F4-4D15-899A-705FD75D8810}" presName="compNode" presStyleCnt="0"/>
      <dgm:spPr/>
    </dgm:pt>
    <dgm:pt modelId="{8DF221BE-FDB0-478D-8A35-39905E34E914}" type="pres">
      <dgm:prSet presAssocID="{92C22F3A-E5F4-4D15-899A-705FD75D8810}" presName="iconBgRect" presStyleLbl="bgShp" presStyleIdx="4" presStyleCnt="6"/>
      <dgm:spPr/>
    </dgm:pt>
    <dgm:pt modelId="{92F831F2-A3E4-435F-9D11-AE7FF97AC00A}" type="pres">
      <dgm:prSet presAssocID="{92C22F3A-E5F4-4D15-899A-705FD75D8810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ily Calendar"/>
        </a:ext>
      </dgm:extLst>
    </dgm:pt>
    <dgm:pt modelId="{C5B01BFB-3A29-42FF-8E67-329FFDAF5880}" type="pres">
      <dgm:prSet presAssocID="{92C22F3A-E5F4-4D15-899A-705FD75D8810}" presName="spaceRect" presStyleCnt="0"/>
      <dgm:spPr/>
    </dgm:pt>
    <dgm:pt modelId="{CCB606A3-3554-43D0-92DB-6FB9FDDB7633}" type="pres">
      <dgm:prSet presAssocID="{92C22F3A-E5F4-4D15-899A-705FD75D8810}" presName="textRect" presStyleLbl="revTx" presStyleIdx="4" presStyleCnt="6">
        <dgm:presLayoutVars>
          <dgm:chMax val="1"/>
          <dgm:chPref val="1"/>
        </dgm:presLayoutVars>
      </dgm:prSet>
      <dgm:spPr/>
    </dgm:pt>
    <dgm:pt modelId="{01B09B13-36D8-4BC7-8166-FE1E2258224A}" type="pres">
      <dgm:prSet presAssocID="{288EB2DD-2041-4010-87EF-0296B4C1B3A3}" presName="sibTrans" presStyleCnt="0"/>
      <dgm:spPr/>
    </dgm:pt>
    <dgm:pt modelId="{9D33239B-EC72-44B1-811C-6632FD730AAB}" type="pres">
      <dgm:prSet presAssocID="{7765C848-5BFB-4AC7-81AC-9341DD41643D}" presName="compNode" presStyleCnt="0"/>
      <dgm:spPr/>
    </dgm:pt>
    <dgm:pt modelId="{235A7282-8303-4576-9C86-154EF4668947}" type="pres">
      <dgm:prSet presAssocID="{7765C848-5BFB-4AC7-81AC-9341DD41643D}" presName="iconBgRect" presStyleLbl="bgShp" presStyleIdx="5" presStyleCnt="6"/>
      <dgm:spPr/>
    </dgm:pt>
    <dgm:pt modelId="{B0421D9F-075A-46F9-86AB-0DA2742B8411}" type="pres">
      <dgm:prSet presAssocID="{7765C848-5BFB-4AC7-81AC-9341DD41643D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estive Lantern"/>
        </a:ext>
      </dgm:extLst>
    </dgm:pt>
    <dgm:pt modelId="{65C16200-09A3-44DD-A375-D12A2509D520}" type="pres">
      <dgm:prSet presAssocID="{7765C848-5BFB-4AC7-81AC-9341DD41643D}" presName="spaceRect" presStyleCnt="0"/>
      <dgm:spPr/>
    </dgm:pt>
    <dgm:pt modelId="{DCB84908-A4E2-4225-95B0-7354A5C9B62F}" type="pres">
      <dgm:prSet presAssocID="{7765C848-5BFB-4AC7-81AC-9341DD41643D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A33BCE1B-08D9-45A2-BB2F-6D6D856655AA}" srcId="{C01F57F6-B7AE-4C24-97D1-4A19B0221317}" destId="{48972EFB-FA4A-4550-8B56-A4E23510EED7}" srcOrd="3" destOrd="0" parTransId="{29690BB3-7888-479B-A8CE-C6521B773A03}" sibTransId="{49565039-48D1-492E-AEE3-986BDA52E7A3}"/>
    <dgm:cxn modelId="{CD47B027-94DF-4096-89AF-CC48EE256C2E}" type="presOf" srcId="{E11D9629-587E-4047-A82D-C6B54E5D1C5C}" destId="{ED7DCA06-C07A-4C31-B307-B15B719D6839}" srcOrd="0" destOrd="0" presId="urn:microsoft.com/office/officeart/2018/5/layout/IconCircleLabelList"/>
    <dgm:cxn modelId="{446A9C2E-35EA-4B65-A3A9-F40D50902FC9}" srcId="{C01F57F6-B7AE-4C24-97D1-4A19B0221317}" destId="{7765C848-5BFB-4AC7-81AC-9341DD41643D}" srcOrd="5" destOrd="0" parTransId="{9A83A9DD-3607-4D76-9D67-6E8781833DE3}" sibTransId="{BB706138-1676-4B5E-B2FF-5C9549D7D84D}"/>
    <dgm:cxn modelId="{AFFA404A-35BD-4B00-96B1-90D5E666ED36}" type="presOf" srcId="{92C22F3A-E5F4-4D15-899A-705FD75D8810}" destId="{CCB606A3-3554-43D0-92DB-6FB9FDDB7633}" srcOrd="0" destOrd="0" presId="urn:microsoft.com/office/officeart/2018/5/layout/IconCircleLabelList"/>
    <dgm:cxn modelId="{8F624E70-D652-4CCC-BC93-245399BB6C89}" srcId="{C01F57F6-B7AE-4C24-97D1-4A19B0221317}" destId="{E11D9629-587E-4047-A82D-C6B54E5D1C5C}" srcOrd="0" destOrd="0" parTransId="{14868F5E-5820-4306-BE1D-5CD90D36E168}" sibTransId="{E38E8AE6-2477-47A1-985E-060038253C69}"/>
    <dgm:cxn modelId="{1A72B654-7F93-432E-B183-A5EDA3484074}" srcId="{C01F57F6-B7AE-4C24-97D1-4A19B0221317}" destId="{92C22F3A-E5F4-4D15-899A-705FD75D8810}" srcOrd="4" destOrd="0" parTransId="{F8E16BC2-D929-4989-A3A0-802EB563C84C}" sibTransId="{288EB2DD-2041-4010-87EF-0296B4C1B3A3}"/>
    <dgm:cxn modelId="{27227E56-659D-4049-ABB9-0A64E525D6CA}" srcId="{C01F57F6-B7AE-4C24-97D1-4A19B0221317}" destId="{54BAD57F-13BD-43DD-8D6D-3C92E6B72D5D}" srcOrd="1" destOrd="0" parTransId="{329751FF-4BDC-45AB-B3D1-318291D9F561}" sibTransId="{D89D06FF-1670-4509-A0ED-A56AE00EF94F}"/>
    <dgm:cxn modelId="{CCF0197A-4CB1-4F89-BED2-1D28D9BF8EB6}" type="presOf" srcId="{BD7DAF7A-6146-461C-97A2-CEBA7EC478D5}" destId="{0B3F1D6C-F734-4838-A8F4-4B21185A5188}" srcOrd="0" destOrd="0" presId="urn:microsoft.com/office/officeart/2018/5/layout/IconCircleLabelList"/>
    <dgm:cxn modelId="{FDD4747B-92A8-42A3-A4DB-FAC1220E991B}" type="presOf" srcId="{54BAD57F-13BD-43DD-8D6D-3C92E6B72D5D}" destId="{4A60411F-5380-47C2-AEA3-536CE9568257}" srcOrd="0" destOrd="0" presId="urn:microsoft.com/office/officeart/2018/5/layout/IconCircleLabelList"/>
    <dgm:cxn modelId="{8132B486-281E-4719-B3F5-4583AB0540B7}" type="presOf" srcId="{48972EFB-FA4A-4550-8B56-A4E23510EED7}" destId="{052B6088-8474-430F-8E33-AD2D824C6614}" srcOrd="0" destOrd="0" presId="urn:microsoft.com/office/officeart/2018/5/layout/IconCircleLabelList"/>
    <dgm:cxn modelId="{4E3223B8-96EE-491A-99DB-5F86E4AAC49A}" type="presOf" srcId="{C01F57F6-B7AE-4C24-97D1-4A19B0221317}" destId="{4E4CBD56-ECEF-46B2-A430-BAEDE78CED12}" srcOrd="0" destOrd="0" presId="urn:microsoft.com/office/officeart/2018/5/layout/IconCircleLabelList"/>
    <dgm:cxn modelId="{3BB540C1-D980-4E23-9E6E-AB5CE905AA0C}" type="presOf" srcId="{7765C848-5BFB-4AC7-81AC-9341DD41643D}" destId="{DCB84908-A4E2-4225-95B0-7354A5C9B62F}" srcOrd="0" destOrd="0" presId="urn:microsoft.com/office/officeart/2018/5/layout/IconCircleLabelList"/>
    <dgm:cxn modelId="{6A679CD1-47AF-479F-A4D3-4341CD8BD886}" srcId="{C01F57F6-B7AE-4C24-97D1-4A19B0221317}" destId="{BD7DAF7A-6146-461C-97A2-CEBA7EC478D5}" srcOrd="2" destOrd="0" parTransId="{F6FC0FC2-D75A-4E89-8F7F-1F333B2A62C5}" sibTransId="{AAD86375-4AF2-46DF-B2E5-DD6ABE33D254}"/>
    <dgm:cxn modelId="{203F8FB2-EC25-44F4-8151-A8D84140842C}" type="presParOf" srcId="{4E4CBD56-ECEF-46B2-A430-BAEDE78CED12}" destId="{5FC11B12-36E3-4BB9-A838-73372A736DCA}" srcOrd="0" destOrd="0" presId="urn:microsoft.com/office/officeart/2018/5/layout/IconCircleLabelList"/>
    <dgm:cxn modelId="{F6D1E088-DDDA-44A6-BA55-59E5F1F4FBFC}" type="presParOf" srcId="{5FC11B12-36E3-4BB9-A838-73372A736DCA}" destId="{B142D978-6FF6-44EE-B7C1-AA2FA13C27F5}" srcOrd="0" destOrd="0" presId="urn:microsoft.com/office/officeart/2018/5/layout/IconCircleLabelList"/>
    <dgm:cxn modelId="{641DA102-A431-4E34-A23B-9A1A384870A4}" type="presParOf" srcId="{5FC11B12-36E3-4BB9-A838-73372A736DCA}" destId="{50907DE4-BAF1-43E4-8924-79E31777E8E8}" srcOrd="1" destOrd="0" presId="urn:microsoft.com/office/officeart/2018/5/layout/IconCircleLabelList"/>
    <dgm:cxn modelId="{89E6DD89-DB8A-4B7E-87E1-99B5E809827A}" type="presParOf" srcId="{5FC11B12-36E3-4BB9-A838-73372A736DCA}" destId="{95A5F43F-9C1B-43A6-A4EE-80BB752D9042}" srcOrd="2" destOrd="0" presId="urn:microsoft.com/office/officeart/2018/5/layout/IconCircleLabelList"/>
    <dgm:cxn modelId="{2BC1EFD6-A075-42B6-9284-52CC4A1D9E80}" type="presParOf" srcId="{5FC11B12-36E3-4BB9-A838-73372A736DCA}" destId="{ED7DCA06-C07A-4C31-B307-B15B719D6839}" srcOrd="3" destOrd="0" presId="urn:microsoft.com/office/officeart/2018/5/layout/IconCircleLabelList"/>
    <dgm:cxn modelId="{494EB5E3-ECC9-4CA8-BCFD-698CFEB278F3}" type="presParOf" srcId="{4E4CBD56-ECEF-46B2-A430-BAEDE78CED12}" destId="{B62F8F12-A812-4CA7-8762-FF9353E4EA0C}" srcOrd="1" destOrd="0" presId="urn:microsoft.com/office/officeart/2018/5/layout/IconCircleLabelList"/>
    <dgm:cxn modelId="{F5271ABD-7EEA-4FD4-ACB9-FAD6B7B58ADF}" type="presParOf" srcId="{4E4CBD56-ECEF-46B2-A430-BAEDE78CED12}" destId="{D3EBE380-9E74-4B6D-A574-DAAA2449678B}" srcOrd="2" destOrd="0" presId="urn:microsoft.com/office/officeart/2018/5/layout/IconCircleLabelList"/>
    <dgm:cxn modelId="{9BCF3604-7708-43F7-9FCE-4E68405FFDB7}" type="presParOf" srcId="{D3EBE380-9E74-4B6D-A574-DAAA2449678B}" destId="{7866D862-B7CC-4DDC-A414-DAD2E5AE1043}" srcOrd="0" destOrd="0" presId="urn:microsoft.com/office/officeart/2018/5/layout/IconCircleLabelList"/>
    <dgm:cxn modelId="{CA77284E-8AC1-4BA5-A95D-5C8818AC1AC1}" type="presParOf" srcId="{D3EBE380-9E74-4B6D-A574-DAAA2449678B}" destId="{F2C05324-300A-4AA1-BEBE-C140F231C14C}" srcOrd="1" destOrd="0" presId="urn:microsoft.com/office/officeart/2018/5/layout/IconCircleLabelList"/>
    <dgm:cxn modelId="{C17962D5-C44A-4EFA-A722-680FA62A8850}" type="presParOf" srcId="{D3EBE380-9E74-4B6D-A574-DAAA2449678B}" destId="{736461DA-C2FB-44F7-A128-9105F1317C47}" srcOrd="2" destOrd="0" presId="urn:microsoft.com/office/officeart/2018/5/layout/IconCircleLabelList"/>
    <dgm:cxn modelId="{2BE85C01-DF8D-4A0C-8AA7-7945E3E0BF80}" type="presParOf" srcId="{D3EBE380-9E74-4B6D-A574-DAAA2449678B}" destId="{4A60411F-5380-47C2-AEA3-536CE9568257}" srcOrd="3" destOrd="0" presId="urn:microsoft.com/office/officeart/2018/5/layout/IconCircleLabelList"/>
    <dgm:cxn modelId="{51559448-1C24-4EC7-BC44-54A7931E5EE5}" type="presParOf" srcId="{4E4CBD56-ECEF-46B2-A430-BAEDE78CED12}" destId="{0A7F4DF9-5E6D-4476-BD18-CE566A7CC9AB}" srcOrd="3" destOrd="0" presId="urn:microsoft.com/office/officeart/2018/5/layout/IconCircleLabelList"/>
    <dgm:cxn modelId="{FA4AE4E4-0DAA-4E02-882F-1C2A233A0AC4}" type="presParOf" srcId="{4E4CBD56-ECEF-46B2-A430-BAEDE78CED12}" destId="{B955E442-81ED-465E-A393-7C49B37E58AB}" srcOrd="4" destOrd="0" presId="urn:microsoft.com/office/officeart/2018/5/layout/IconCircleLabelList"/>
    <dgm:cxn modelId="{D770E7FC-58B8-4B71-B974-64ECA6A2BD3B}" type="presParOf" srcId="{B955E442-81ED-465E-A393-7C49B37E58AB}" destId="{58B7653E-3DB7-4118-9E77-66F8F97154D9}" srcOrd="0" destOrd="0" presId="urn:microsoft.com/office/officeart/2018/5/layout/IconCircleLabelList"/>
    <dgm:cxn modelId="{2EA1674E-246E-4DA1-AA94-66CB88538C97}" type="presParOf" srcId="{B955E442-81ED-465E-A393-7C49B37E58AB}" destId="{6D7A3B90-E04A-4656-B561-D048E19C7A58}" srcOrd="1" destOrd="0" presId="urn:microsoft.com/office/officeart/2018/5/layout/IconCircleLabelList"/>
    <dgm:cxn modelId="{35CD232A-D566-4BBA-8998-F9DD1DBCA80B}" type="presParOf" srcId="{B955E442-81ED-465E-A393-7C49B37E58AB}" destId="{4B862DD1-45B3-421C-919F-EB5BD62AFFA7}" srcOrd="2" destOrd="0" presId="urn:microsoft.com/office/officeart/2018/5/layout/IconCircleLabelList"/>
    <dgm:cxn modelId="{2C980D09-C69B-4FBB-B8F1-DB9C8A397033}" type="presParOf" srcId="{B955E442-81ED-465E-A393-7C49B37E58AB}" destId="{0B3F1D6C-F734-4838-A8F4-4B21185A5188}" srcOrd="3" destOrd="0" presId="urn:microsoft.com/office/officeart/2018/5/layout/IconCircleLabelList"/>
    <dgm:cxn modelId="{AF5AA9EF-3244-4125-B498-C2B7F5F985F6}" type="presParOf" srcId="{4E4CBD56-ECEF-46B2-A430-BAEDE78CED12}" destId="{4DEDF0B8-74E7-44B2-87E3-304CF0F79CF1}" srcOrd="5" destOrd="0" presId="urn:microsoft.com/office/officeart/2018/5/layout/IconCircleLabelList"/>
    <dgm:cxn modelId="{C1BC7294-6FB1-48A0-9704-6ABA07BA2B13}" type="presParOf" srcId="{4E4CBD56-ECEF-46B2-A430-BAEDE78CED12}" destId="{09F14E5C-1B74-40A3-B41E-E76595D0BCDC}" srcOrd="6" destOrd="0" presId="urn:microsoft.com/office/officeart/2018/5/layout/IconCircleLabelList"/>
    <dgm:cxn modelId="{552F1B46-6747-41BB-B66C-F147EB1410F4}" type="presParOf" srcId="{09F14E5C-1B74-40A3-B41E-E76595D0BCDC}" destId="{EC327FD5-7762-47DF-85CD-12B34EAC53F7}" srcOrd="0" destOrd="0" presId="urn:microsoft.com/office/officeart/2018/5/layout/IconCircleLabelList"/>
    <dgm:cxn modelId="{F7566E74-AE1D-46B3-B45F-48C8878E0C51}" type="presParOf" srcId="{09F14E5C-1B74-40A3-B41E-E76595D0BCDC}" destId="{512F8C03-DE47-4BDD-985E-758FD9E449D6}" srcOrd="1" destOrd="0" presId="urn:microsoft.com/office/officeart/2018/5/layout/IconCircleLabelList"/>
    <dgm:cxn modelId="{814B4995-BC12-43F3-9880-B0F0A5B5E84A}" type="presParOf" srcId="{09F14E5C-1B74-40A3-B41E-E76595D0BCDC}" destId="{21B76311-FF59-4D39-A367-52FBA30081D4}" srcOrd="2" destOrd="0" presId="urn:microsoft.com/office/officeart/2018/5/layout/IconCircleLabelList"/>
    <dgm:cxn modelId="{AC95ADDA-CEC0-4E21-AE4E-61D3C1F1E4C7}" type="presParOf" srcId="{09F14E5C-1B74-40A3-B41E-E76595D0BCDC}" destId="{052B6088-8474-430F-8E33-AD2D824C6614}" srcOrd="3" destOrd="0" presId="urn:microsoft.com/office/officeart/2018/5/layout/IconCircleLabelList"/>
    <dgm:cxn modelId="{F2BB950D-0C23-46E8-8705-A4518195AACE}" type="presParOf" srcId="{4E4CBD56-ECEF-46B2-A430-BAEDE78CED12}" destId="{DCDF75E5-66D9-4952-A6DC-CA813867CD20}" srcOrd="7" destOrd="0" presId="urn:microsoft.com/office/officeart/2018/5/layout/IconCircleLabelList"/>
    <dgm:cxn modelId="{0BF669BB-471C-4334-AC38-37BBC6840E45}" type="presParOf" srcId="{4E4CBD56-ECEF-46B2-A430-BAEDE78CED12}" destId="{11661986-821F-4E2B-BFD5-C65E53423286}" srcOrd="8" destOrd="0" presId="urn:microsoft.com/office/officeart/2018/5/layout/IconCircleLabelList"/>
    <dgm:cxn modelId="{4882503F-D22F-4E79-84CD-5BBDCB220F11}" type="presParOf" srcId="{11661986-821F-4E2B-BFD5-C65E53423286}" destId="{8DF221BE-FDB0-478D-8A35-39905E34E914}" srcOrd="0" destOrd="0" presId="urn:microsoft.com/office/officeart/2018/5/layout/IconCircleLabelList"/>
    <dgm:cxn modelId="{10347E85-7FF8-4C58-886B-75B2A746732B}" type="presParOf" srcId="{11661986-821F-4E2B-BFD5-C65E53423286}" destId="{92F831F2-A3E4-435F-9D11-AE7FF97AC00A}" srcOrd="1" destOrd="0" presId="urn:microsoft.com/office/officeart/2018/5/layout/IconCircleLabelList"/>
    <dgm:cxn modelId="{1573715A-AC17-424B-9FE6-FBA118BD3C48}" type="presParOf" srcId="{11661986-821F-4E2B-BFD5-C65E53423286}" destId="{C5B01BFB-3A29-42FF-8E67-329FFDAF5880}" srcOrd="2" destOrd="0" presId="urn:microsoft.com/office/officeart/2018/5/layout/IconCircleLabelList"/>
    <dgm:cxn modelId="{C36C5A56-3C9E-4C5A-B99B-C5F7ED311C71}" type="presParOf" srcId="{11661986-821F-4E2B-BFD5-C65E53423286}" destId="{CCB606A3-3554-43D0-92DB-6FB9FDDB7633}" srcOrd="3" destOrd="0" presId="urn:microsoft.com/office/officeart/2018/5/layout/IconCircleLabelList"/>
    <dgm:cxn modelId="{701CCC42-B6D1-4529-9A14-CD880AA695C0}" type="presParOf" srcId="{4E4CBD56-ECEF-46B2-A430-BAEDE78CED12}" destId="{01B09B13-36D8-4BC7-8166-FE1E2258224A}" srcOrd="9" destOrd="0" presId="urn:microsoft.com/office/officeart/2018/5/layout/IconCircleLabelList"/>
    <dgm:cxn modelId="{01DA3304-A86C-4F46-A714-98910D4C6756}" type="presParOf" srcId="{4E4CBD56-ECEF-46B2-A430-BAEDE78CED12}" destId="{9D33239B-EC72-44B1-811C-6632FD730AAB}" srcOrd="10" destOrd="0" presId="urn:microsoft.com/office/officeart/2018/5/layout/IconCircleLabelList"/>
    <dgm:cxn modelId="{ECFE73D1-FED4-483B-BD9E-52CDB34ED97F}" type="presParOf" srcId="{9D33239B-EC72-44B1-811C-6632FD730AAB}" destId="{235A7282-8303-4576-9C86-154EF4668947}" srcOrd="0" destOrd="0" presId="urn:microsoft.com/office/officeart/2018/5/layout/IconCircleLabelList"/>
    <dgm:cxn modelId="{FB7D09D5-C363-47AB-A875-3078FA7D1C6B}" type="presParOf" srcId="{9D33239B-EC72-44B1-811C-6632FD730AAB}" destId="{B0421D9F-075A-46F9-86AB-0DA2742B8411}" srcOrd="1" destOrd="0" presId="urn:microsoft.com/office/officeart/2018/5/layout/IconCircleLabelList"/>
    <dgm:cxn modelId="{A4A54F5C-1752-440A-9072-17510B0261EB}" type="presParOf" srcId="{9D33239B-EC72-44B1-811C-6632FD730AAB}" destId="{65C16200-09A3-44DD-A375-D12A2509D520}" srcOrd="2" destOrd="0" presId="urn:microsoft.com/office/officeart/2018/5/layout/IconCircleLabelList"/>
    <dgm:cxn modelId="{7A5A8904-3C1B-4104-B765-69C10CBF8A5B}" type="presParOf" srcId="{9D33239B-EC72-44B1-811C-6632FD730AAB}" destId="{DCB84908-A4E2-4225-95B0-7354A5C9B62F}" srcOrd="3" destOrd="0" presId="urn:microsoft.com/office/officeart/2018/5/layout/IconCircleLabelList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699DD39-4805-4F8F-AFF7-0E1EB29E6CA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AE66C97-4D5D-49D6-9271-E56AE3BCF2E6}">
      <dgm:prSet/>
      <dgm:spPr>
        <a:solidFill>
          <a:schemeClr val="accent2"/>
        </a:solidFill>
      </dgm:spPr>
      <dgm:t>
        <a:bodyPr/>
        <a:lstStyle/>
        <a:p>
          <a:r>
            <a:rPr lang="en-US" dirty="0"/>
            <a:t>Splash Screen: Branding and initialization.</a:t>
          </a:r>
        </a:p>
      </dgm:t>
    </dgm:pt>
    <dgm:pt modelId="{2CFF1FCF-9519-46AD-B06B-1A8DAB887EB8}" type="parTrans" cxnId="{2A499F39-9201-4585-B007-2D7F9B16AA29}">
      <dgm:prSet/>
      <dgm:spPr/>
      <dgm:t>
        <a:bodyPr/>
        <a:lstStyle/>
        <a:p>
          <a:endParaRPr lang="en-US"/>
        </a:p>
      </dgm:t>
    </dgm:pt>
    <dgm:pt modelId="{66B3A031-C30F-4282-8F34-9E05E930834B}" type="sibTrans" cxnId="{2A499F39-9201-4585-B007-2D7F9B16AA29}">
      <dgm:prSet/>
      <dgm:spPr/>
      <dgm:t>
        <a:bodyPr/>
        <a:lstStyle/>
        <a:p>
          <a:endParaRPr lang="en-US"/>
        </a:p>
      </dgm:t>
    </dgm:pt>
    <dgm:pt modelId="{2DDE83C8-5813-4599-AD06-75D939954FF4}">
      <dgm:prSet/>
      <dgm:spPr>
        <a:solidFill>
          <a:schemeClr val="accent2"/>
        </a:solidFill>
      </dgm:spPr>
      <dgm:t>
        <a:bodyPr/>
        <a:lstStyle/>
        <a:p>
          <a:r>
            <a:rPr lang="en-US" dirty="0"/>
            <a:t>Login Screen: Secure entry via Google.</a:t>
          </a:r>
        </a:p>
      </dgm:t>
    </dgm:pt>
    <dgm:pt modelId="{9CE72BD1-E5DB-42AC-BB9E-EC5DD1F54EB7}" type="parTrans" cxnId="{6394E29E-92A4-4D01-A25D-67BFD99B6C1C}">
      <dgm:prSet/>
      <dgm:spPr/>
      <dgm:t>
        <a:bodyPr/>
        <a:lstStyle/>
        <a:p>
          <a:endParaRPr lang="en-US"/>
        </a:p>
      </dgm:t>
    </dgm:pt>
    <dgm:pt modelId="{A0A4B564-2449-4C49-9864-6C07239AA93E}" type="sibTrans" cxnId="{6394E29E-92A4-4D01-A25D-67BFD99B6C1C}">
      <dgm:prSet/>
      <dgm:spPr/>
      <dgm:t>
        <a:bodyPr/>
        <a:lstStyle/>
        <a:p>
          <a:endParaRPr lang="en-US"/>
        </a:p>
      </dgm:t>
    </dgm:pt>
    <dgm:pt modelId="{3F73B47B-9D4C-42F4-AC90-4F23CF46154D}">
      <dgm:prSet/>
      <dgm:spPr>
        <a:solidFill>
          <a:schemeClr val="accent2"/>
        </a:solidFill>
      </dgm:spPr>
      <dgm:t>
        <a:bodyPr/>
        <a:lstStyle/>
        <a:p>
          <a:r>
            <a:rPr lang="en-US" dirty="0"/>
            <a:t>Home Dashboard: Overview of all tasks and status.</a:t>
          </a:r>
        </a:p>
      </dgm:t>
    </dgm:pt>
    <dgm:pt modelId="{DF73D6E2-E382-40B9-9B12-77F74273D078}" type="parTrans" cxnId="{8AC414E8-DED6-41D2-BF0A-BD6FB490DF6C}">
      <dgm:prSet/>
      <dgm:spPr/>
      <dgm:t>
        <a:bodyPr/>
        <a:lstStyle/>
        <a:p>
          <a:endParaRPr lang="en-US"/>
        </a:p>
      </dgm:t>
    </dgm:pt>
    <dgm:pt modelId="{418CD80F-7A7B-400F-BCF9-2AF09C9A42B6}" type="sibTrans" cxnId="{8AC414E8-DED6-41D2-BF0A-BD6FB490DF6C}">
      <dgm:prSet/>
      <dgm:spPr/>
      <dgm:t>
        <a:bodyPr/>
        <a:lstStyle/>
        <a:p>
          <a:endParaRPr lang="en-US"/>
        </a:p>
      </dgm:t>
    </dgm:pt>
    <dgm:pt modelId="{59DA1FB7-C89F-48C4-89D9-023C636E50C8}">
      <dgm:prSet/>
      <dgm:spPr>
        <a:solidFill>
          <a:schemeClr val="accent2"/>
        </a:solidFill>
      </dgm:spPr>
      <dgm:t>
        <a:bodyPr/>
        <a:lstStyle/>
        <a:p>
          <a:r>
            <a:rPr lang="en-US"/>
            <a:t>Task Form: Dedicated screen for adding/editing tasks.</a:t>
          </a:r>
        </a:p>
      </dgm:t>
    </dgm:pt>
    <dgm:pt modelId="{BE6C075D-A16D-401A-8512-7947F6A9367A}" type="parTrans" cxnId="{3D70FF29-BDFE-46A6-9607-43F0806A4C68}">
      <dgm:prSet/>
      <dgm:spPr/>
      <dgm:t>
        <a:bodyPr/>
        <a:lstStyle/>
        <a:p>
          <a:endParaRPr lang="en-US"/>
        </a:p>
      </dgm:t>
    </dgm:pt>
    <dgm:pt modelId="{1F5D1F1F-D0F4-4A4C-93CD-281490A4CBD2}" type="sibTrans" cxnId="{3D70FF29-BDFE-46A6-9607-43F0806A4C68}">
      <dgm:prSet/>
      <dgm:spPr/>
      <dgm:t>
        <a:bodyPr/>
        <a:lstStyle/>
        <a:p>
          <a:endParaRPr lang="en-US"/>
        </a:p>
      </dgm:t>
    </dgm:pt>
    <dgm:pt modelId="{7DC29790-6FEC-4AB4-ABEF-B73824760CAE}">
      <dgm:prSet/>
      <dgm:spPr>
        <a:solidFill>
          <a:schemeClr val="accent2"/>
        </a:solidFill>
      </dgm:spPr>
      <dgm:t>
        <a:bodyPr/>
        <a:lstStyle/>
        <a:p>
          <a:r>
            <a:rPr lang="en-US" dirty="0"/>
            <a:t>Calendar View: Date-centric task tracking.</a:t>
          </a:r>
        </a:p>
      </dgm:t>
    </dgm:pt>
    <dgm:pt modelId="{C0B14F33-FE15-49A9-A434-22A5280FF92B}" type="parTrans" cxnId="{7FFA5129-B980-4E7D-AB13-CCD1E5F4C2EE}">
      <dgm:prSet/>
      <dgm:spPr/>
      <dgm:t>
        <a:bodyPr/>
        <a:lstStyle/>
        <a:p>
          <a:endParaRPr lang="en-US"/>
        </a:p>
      </dgm:t>
    </dgm:pt>
    <dgm:pt modelId="{3A734B68-7BE6-4ABF-A41E-8C56B3FDED81}" type="sibTrans" cxnId="{7FFA5129-B980-4E7D-AB13-CCD1E5F4C2EE}">
      <dgm:prSet/>
      <dgm:spPr/>
      <dgm:t>
        <a:bodyPr/>
        <a:lstStyle/>
        <a:p>
          <a:endParaRPr lang="en-US"/>
        </a:p>
      </dgm:t>
    </dgm:pt>
    <dgm:pt modelId="{716A36CA-4B65-4ABE-97B1-F30D4B92A0AE}">
      <dgm:prSet/>
      <dgm:spPr>
        <a:solidFill>
          <a:schemeClr val="accent2"/>
        </a:solidFill>
      </dgm:spPr>
      <dgm:t>
        <a:bodyPr/>
        <a:lstStyle/>
        <a:p>
          <a:r>
            <a:rPr lang="en-US"/>
            <a:t>Profile Screen: User settings and account management.</a:t>
          </a:r>
        </a:p>
      </dgm:t>
    </dgm:pt>
    <dgm:pt modelId="{72235FC1-E622-41AC-B971-3221BB0698AC}" type="parTrans" cxnId="{76EA42C0-0817-44A5-8DC5-341E2100EC68}">
      <dgm:prSet/>
      <dgm:spPr/>
      <dgm:t>
        <a:bodyPr/>
        <a:lstStyle/>
        <a:p>
          <a:endParaRPr lang="en-US"/>
        </a:p>
      </dgm:t>
    </dgm:pt>
    <dgm:pt modelId="{AEC9ED7D-0591-4804-B9CA-1764C5E244E0}" type="sibTrans" cxnId="{76EA42C0-0817-44A5-8DC5-341E2100EC68}">
      <dgm:prSet/>
      <dgm:spPr/>
      <dgm:t>
        <a:bodyPr/>
        <a:lstStyle/>
        <a:p>
          <a:endParaRPr lang="en-US"/>
        </a:p>
      </dgm:t>
    </dgm:pt>
    <dgm:pt modelId="{661B8FC5-F729-457F-8437-E959FD6743ED}" type="pres">
      <dgm:prSet presAssocID="{4699DD39-4805-4F8F-AFF7-0E1EB29E6CA2}" presName="linear" presStyleCnt="0">
        <dgm:presLayoutVars>
          <dgm:animLvl val="lvl"/>
          <dgm:resizeHandles val="exact"/>
        </dgm:presLayoutVars>
      </dgm:prSet>
      <dgm:spPr/>
    </dgm:pt>
    <dgm:pt modelId="{0ABE6391-E81C-4A79-84CB-EAB0FC277FFB}" type="pres">
      <dgm:prSet presAssocID="{5AE66C97-4D5D-49D6-9271-E56AE3BCF2E6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389C9BEB-F2CF-425F-A699-44012CE1D7ED}" type="pres">
      <dgm:prSet presAssocID="{66B3A031-C30F-4282-8F34-9E05E930834B}" presName="spacer" presStyleCnt="0"/>
      <dgm:spPr/>
    </dgm:pt>
    <dgm:pt modelId="{98D3EEA6-E7D0-43DD-82C8-35FADF335156}" type="pres">
      <dgm:prSet presAssocID="{2DDE83C8-5813-4599-AD06-75D939954FF4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C523116B-BC8C-4858-BC43-80048ECF5C85}" type="pres">
      <dgm:prSet presAssocID="{A0A4B564-2449-4C49-9864-6C07239AA93E}" presName="spacer" presStyleCnt="0"/>
      <dgm:spPr/>
    </dgm:pt>
    <dgm:pt modelId="{A3F82CF6-8A38-4E4B-B7E3-E4F2C1B2D767}" type="pres">
      <dgm:prSet presAssocID="{3F73B47B-9D4C-42F4-AC90-4F23CF46154D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C885AAA4-5B6C-4737-A047-4FB27F3B0EC7}" type="pres">
      <dgm:prSet presAssocID="{418CD80F-7A7B-400F-BCF9-2AF09C9A42B6}" presName="spacer" presStyleCnt="0"/>
      <dgm:spPr/>
    </dgm:pt>
    <dgm:pt modelId="{017DBC0B-4F8F-4727-9E1E-D7BC1D52C7BA}" type="pres">
      <dgm:prSet presAssocID="{59DA1FB7-C89F-48C4-89D9-023C636E50C8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58F06819-939F-4CEB-8B39-F8ED76769E75}" type="pres">
      <dgm:prSet presAssocID="{1F5D1F1F-D0F4-4A4C-93CD-281490A4CBD2}" presName="spacer" presStyleCnt="0"/>
      <dgm:spPr/>
    </dgm:pt>
    <dgm:pt modelId="{7E34E99B-DD01-4F4F-B261-26600EFBEC95}" type="pres">
      <dgm:prSet presAssocID="{7DC29790-6FEC-4AB4-ABEF-B73824760CAE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E3C123B8-3D5D-4958-ADBE-BDA51D4563DB}" type="pres">
      <dgm:prSet presAssocID="{3A734B68-7BE6-4ABF-A41E-8C56B3FDED81}" presName="spacer" presStyleCnt="0"/>
      <dgm:spPr/>
    </dgm:pt>
    <dgm:pt modelId="{D859F197-6CDC-4C74-9B55-2FB694BF1237}" type="pres">
      <dgm:prSet presAssocID="{716A36CA-4B65-4ABE-97B1-F30D4B92A0AE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D32A9C17-C8C3-4360-9B30-42B135A1EA3C}" type="presOf" srcId="{3F73B47B-9D4C-42F4-AC90-4F23CF46154D}" destId="{A3F82CF6-8A38-4E4B-B7E3-E4F2C1B2D767}" srcOrd="0" destOrd="0" presId="urn:microsoft.com/office/officeart/2005/8/layout/vList2"/>
    <dgm:cxn modelId="{7B29E120-671F-41CE-AB46-66FEC2B9F310}" type="presOf" srcId="{59DA1FB7-C89F-48C4-89D9-023C636E50C8}" destId="{017DBC0B-4F8F-4727-9E1E-D7BC1D52C7BA}" srcOrd="0" destOrd="0" presId="urn:microsoft.com/office/officeart/2005/8/layout/vList2"/>
    <dgm:cxn modelId="{1BA71C23-D7AF-45F1-87A5-65C564B3F824}" type="presOf" srcId="{716A36CA-4B65-4ABE-97B1-F30D4B92A0AE}" destId="{D859F197-6CDC-4C74-9B55-2FB694BF1237}" srcOrd="0" destOrd="0" presId="urn:microsoft.com/office/officeart/2005/8/layout/vList2"/>
    <dgm:cxn modelId="{7FFA5129-B980-4E7D-AB13-CCD1E5F4C2EE}" srcId="{4699DD39-4805-4F8F-AFF7-0E1EB29E6CA2}" destId="{7DC29790-6FEC-4AB4-ABEF-B73824760CAE}" srcOrd="4" destOrd="0" parTransId="{C0B14F33-FE15-49A9-A434-22A5280FF92B}" sibTransId="{3A734B68-7BE6-4ABF-A41E-8C56B3FDED81}"/>
    <dgm:cxn modelId="{3D70FF29-BDFE-46A6-9607-43F0806A4C68}" srcId="{4699DD39-4805-4F8F-AFF7-0E1EB29E6CA2}" destId="{59DA1FB7-C89F-48C4-89D9-023C636E50C8}" srcOrd="3" destOrd="0" parTransId="{BE6C075D-A16D-401A-8512-7947F6A9367A}" sibTransId="{1F5D1F1F-D0F4-4A4C-93CD-281490A4CBD2}"/>
    <dgm:cxn modelId="{2A499F39-9201-4585-B007-2D7F9B16AA29}" srcId="{4699DD39-4805-4F8F-AFF7-0E1EB29E6CA2}" destId="{5AE66C97-4D5D-49D6-9271-E56AE3BCF2E6}" srcOrd="0" destOrd="0" parTransId="{2CFF1FCF-9519-46AD-B06B-1A8DAB887EB8}" sibTransId="{66B3A031-C30F-4282-8F34-9E05E930834B}"/>
    <dgm:cxn modelId="{9537DC96-BAF3-4474-9D67-4FAB2F229716}" type="presOf" srcId="{5AE66C97-4D5D-49D6-9271-E56AE3BCF2E6}" destId="{0ABE6391-E81C-4A79-84CB-EAB0FC277FFB}" srcOrd="0" destOrd="0" presId="urn:microsoft.com/office/officeart/2005/8/layout/vList2"/>
    <dgm:cxn modelId="{6394E29E-92A4-4D01-A25D-67BFD99B6C1C}" srcId="{4699DD39-4805-4F8F-AFF7-0E1EB29E6CA2}" destId="{2DDE83C8-5813-4599-AD06-75D939954FF4}" srcOrd="1" destOrd="0" parTransId="{9CE72BD1-E5DB-42AC-BB9E-EC5DD1F54EB7}" sibTransId="{A0A4B564-2449-4C49-9864-6C07239AA93E}"/>
    <dgm:cxn modelId="{82044DA5-E1FB-4579-8666-C29A325760D6}" type="presOf" srcId="{7DC29790-6FEC-4AB4-ABEF-B73824760CAE}" destId="{7E34E99B-DD01-4F4F-B261-26600EFBEC95}" srcOrd="0" destOrd="0" presId="urn:microsoft.com/office/officeart/2005/8/layout/vList2"/>
    <dgm:cxn modelId="{281BCFA6-4924-4909-871A-323773477DB8}" type="presOf" srcId="{2DDE83C8-5813-4599-AD06-75D939954FF4}" destId="{98D3EEA6-E7D0-43DD-82C8-35FADF335156}" srcOrd="0" destOrd="0" presId="urn:microsoft.com/office/officeart/2005/8/layout/vList2"/>
    <dgm:cxn modelId="{735D64BB-91CF-4F54-9469-7044510E48E2}" type="presOf" srcId="{4699DD39-4805-4F8F-AFF7-0E1EB29E6CA2}" destId="{661B8FC5-F729-457F-8437-E959FD6743ED}" srcOrd="0" destOrd="0" presId="urn:microsoft.com/office/officeart/2005/8/layout/vList2"/>
    <dgm:cxn modelId="{76EA42C0-0817-44A5-8DC5-341E2100EC68}" srcId="{4699DD39-4805-4F8F-AFF7-0E1EB29E6CA2}" destId="{716A36CA-4B65-4ABE-97B1-F30D4B92A0AE}" srcOrd="5" destOrd="0" parTransId="{72235FC1-E622-41AC-B971-3221BB0698AC}" sibTransId="{AEC9ED7D-0591-4804-B9CA-1764C5E244E0}"/>
    <dgm:cxn modelId="{8AC414E8-DED6-41D2-BF0A-BD6FB490DF6C}" srcId="{4699DD39-4805-4F8F-AFF7-0E1EB29E6CA2}" destId="{3F73B47B-9D4C-42F4-AC90-4F23CF46154D}" srcOrd="2" destOrd="0" parTransId="{DF73D6E2-E382-40B9-9B12-77F74273D078}" sibTransId="{418CD80F-7A7B-400F-BCF9-2AF09C9A42B6}"/>
    <dgm:cxn modelId="{8A73FBEB-C16B-4316-89BA-68EB5E8E7E20}" type="presParOf" srcId="{661B8FC5-F729-457F-8437-E959FD6743ED}" destId="{0ABE6391-E81C-4A79-84CB-EAB0FC277FFB}" srcOrd="0" destOrd="0" presId="urn:microsoft.com/office/officeart/2005/8/layout/vList2"/>
    <dgm:cxn modelId="{EC94E977-6B4F-44EB-A400-2EF03F7FD708}" type="presParOf" srcId="{661B8FC5-F729-457F-8437-E959FD6743ED}" destId="{389C9BEB-F2CF-425F-A699-44012CE1D7ED}" srcOrd="1" destOrd="0" presId="urn:microsoft.com/office/officeart/2005/8/layout/vList2"/>
    <dgm:cxn modelId="{3B41AA79-1A7A-417B-AAF1-31EFBDB4EF20}" type="presParOf" srcId="{661B8FC5-F729-457F-8437-E959FD6743ED}" destId="{98D3EEA6-E7D0-43DD-82C8-35FADF335156}" srcOrd="2" destOrd="0" presId="urn:microsoft.com/office/officeart/2005/8/layout/vList2"/>
    <dgm:cxn modelId="{13199CE1-9D3A-4322-9F6B-460430BECE21}" type="presParOf" srcId="{661B8FC5-F729-457F-8437-E959FD6743ED}" destId="{C523116B-BC8C-4858-BC43-80048ECF5C85}" srcOrd="3" destOrd="0" presId="urn:microsoft.com/office/officeart/2005/8/layout/vList2"/>
    <dgm:cxn modelId="{54443F0E-A326-4FCE-991E-B57C60A0AB07}" type="presParOf" srcId="{661B8FC5-F729-457F-8437-E959FD6743ED}" destId="{A3F82CF6-8A38-4E4B-B7E3-E4F2C1B2D767}" srcOrd="4" destOrd="0" presId="urn:microsoft.com/office/officeart/2005/8/layout/vList2"/>
    <dgm:cxn modelId="{8C685428-0424-45FA-BFA1-0A7F3085A2CF}" type="presParOf" srcId="{661B8FC5-F729-457F-8437-E959FD6743ED}" destId="{C885AAA4-5B6C-4737-A047-4FB27F3B0EC7}" srcOrd="5" destOrd="0" presId="urn:microsoft.com/office/officeart/2005/8/layout/vList2"/>
    <dgm:cxn modelId="{3EDE51F2-126C-4ADD-B729-3D59748FB958}" type="presParOf" srcId="{661B8FC5-F729-457F-8437-E959FD6743ED}" destId="{017DBC0B-4F8F-4727-9E1E-D7BC1D52C7BA}" srcOrd="6" destOrd="0" presId="urn:microsoft.com/office/officeart/2005/8/layout/vList2"/>
    <dgm:cxn modelId="{71CDF2AD-F9E0-4896-9AC2-37044477B16A}" type="presParOf" srcId="{661B8FC5-F729-457F-8437-E959FD6743ED}" destId="{58F06819-939F-4CEB-8B39-F8ED76769E75}" srcOrd="7" destOrd="0" presId="urn:microsoft.com/office/officeart/2005/8/layout/vList2"/>
    <dgm:cxn modelId="{1B4C6AFA-962A-47E0-A9B7-DDA03BDA635C}" type="presParOf" srcId="{661B8FC5-F729-457F-8437-E959FD6743ED}" destId="{7E34E99B-DD01-4F4F-B261-26600EFBEC95}" srcOrd="8" destOrd="0" presId="urn:microsoft.com/office/officeart/2005/8/layout/vList2"/>
    <dgm:cxn modelId="{EA136580-C527-44EB-9F51-AED8928FB8F3}" type="presParOf" srcId="{661B8FC5-F729-457F-8437-E959FD6743ED}" destId="{E3C123B8-3D5D-4958-ADBE-BDA51D4563DB}" srcOrd="9" destOrd="0" presId="urn:microsoft.com/office/officeart/2005/8/layout/vList2"/>
    <dgm:cxn modelId="{BA45272F-0E03-4C2F-AB0B-79C70B163451}" type="presParOf" srcId="{661B8FC5-F729-457F-8437-E959FD6743ED}" destId="{D859F197-6CDC-4C74-9B55-2FB694BF1237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3050DE2-A496-4E7A-B054-2C722F7889D8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6DA7E04F-944D-4C74-A444-C76B3793B3A6}">
      <dgm:prSet/>
      <dgm:spPr/>
      <dgm:t>
        <a:bodyPr/>
        <a:lstStyle/>
        <a:p>
          <a:pPr>
            <a:defRPr cap="all"/>
          </a:pPr>
          <a:r>
            <a:rPr lang="en-US"/>
            <a:t>Interactive calendar to browse tasks by specific dates.</a:t>
          </a:r>
        </a:p>
      </dgm:t>
    </dgm:pt>
    <dgm:pt modelId="{A5FCA80E-0207-4323-BB6E-7C9FFEC8E1F7}" type="parTrans" cxnId="{A6522452-9048-42ED-9BC8-15F8792E39B8}">
      <dgm:prSet/>
      <dgm:spPr/>
      <dgm:t>
        <a:bodyPr/>
        <a:lstStyle/>
        <a:p>
          <a:endParaRPr lang="en-US"/>
        </a:p>
      </dgm:t>
    </dgm:pt>
    <dgm:pt modelId="{0A138E5C-6FA2-4C5D-830A-17F3B81FB7B1}" type="sibTrans" cxnId="{A6522452-9048-42ED-9BC8-15F8792E39B8}">
      <dgm:prSet/>
      <dgm:spPr/>
      <dgm:t>
        <a:bodyPr/>
        <a:lstStyle/>
        <a:p>
          <a:endParaRPr lang="en-US"/>
        </a:p>
      </dgm:t>
    </dgm:pt>
    <dgm:pt modelId="{461E5BD3-7B10-49CC-B0DA-32007737C4F6}">
      <dgm:prSet/>
      <dgm:spPr/>
      <dgm:t>
        <a:bodyPr/>
        <a:lstStyle/>
        <a:p>
          <a:pPr>
            <a:defRPr cap="all"/>
          </a:pPr>
          <a:r>
            <a:rPr lang="en-US"/>
            <a:t>Local notifications scheduled directly on the device.</a:t>
          </a:r>
        </a:p>
      </dgm:t>
    </dgm:pt>
    <dgm:pt modelId="{4C4AE3BC-10C4-4461-9D04-62D52A657578}" type="parTrans" cxnId="{0484C7D3-8D5D-43E7-BFB2-F8103C39E3B7}">
      <dgm:prSet/>
      <dgm:spPr/>
      <dgm:t>
        <a:bodyPr/>
        <a:lstStyle/>
        <a:p>
          <a:endParaRPr lang="en-US"/>
        </a:p>
      </dgm:t>
    </dgm:pt>
    <dgm:pt modelId="{2E034441-645F-40FB-A782-ECD41BAF7DC4}" type="sibTrans" cxnId="{0484C7D3-8D5D-43E7-BFB2-F8103C39E3B7}">
      <dgm:prSet/>
      <dgm:spPr/>
      <dgm:t>
        <a:bodyPr/>
        <a:lstStyle/>
        <a:p>
          <a:endParaRPr lang="en-US"/>
        </a:p>
      </dgm:t>
    </dgm:pt>
    <dgm:pt modelId="{B2A7B816-816A-4863-A386-953D02223460}">
      <dgm:prSet/>
      <dgm:spPr/>
      <dgm:t>
        <a:bodyPr/>
        <a:lstStyle/>
        <a:p>
          <a:pPr>
            <a:defRPr cap="all"/>
          </a:pPr>
          <a:r>
            <a:rPr lang="en-US"/>
            <a:t>Reminders persist across device reboots.</a:t>
          </a:r>
        </a:p>
      </dgm:t>
    </dgm:pt>
    <dgm:pt modelId="{53418C61-CBD8-4E7C-AF05-89FCFD073CB7}" type="parTrans" cxnId="{070BEB23-4E77-4670-82C0-349005AE335E}">
      <dgm:prSet/>
      <dgm:spPr/>
      <dgm:t>
        <a:bodyPr/>
        <a:lstStyle/>
        <a:p>
          <a:endParaRPr lang="en-US"/>
        </a:p>
      </dgm:t>
    </dgm:pt>
    <dgm:pt modelId="{AE840DD3-5848-4314-A8BE-EAA9C243DEA6}" type="sibTrans" cxnId="{070BEB23-4E77-4670-82C0-349005AE335E}">
      <dgm:prSet/>
      <dgm:spPr/>
      <dgm:t>
        <a:bodyPr/>
        <a:lstStyle/>
        <a:p>
          <a:endParaRPr lang="en-US"/>
        </a:p>
      </dgm:t>
    </dgm:pt>
    <dgm:pt modelId="{03DC1AFB-75E7-4BF3-882A-410C6D0954EF}">
      <dgm:prSet/>
      <dgm:spPr/>
      <dgm:t>
        <a:bodyPr/>
        <a:lstStyle/>
        <a:p>
          <a:pPr>
            <a:defRPr cap="all"/>
          </a:pPr>
          <a:r>
            <a:rPr lang="en-US"/>
            <a:t>Customizable reminder times for each task.</a:t>
          </a:r>
        </a:p>
      </dgm:t>
    </dgm:pt>
    <dgm:pt modelId="{AA47809A-EEDD-424E-B9E6-2F8B928B4E62}" type="parTrans" cxnId="{3A6E3F8F-D14C-4969-82C5-399AA65CC957}">
      <dgm:prSet/>
      <dgm:spPr/>
      <dgm:t>
        <a:bodyPr/>
        <a:lstStyle/>
        <a:p>
          <a:endParaRPr lang="en-US"/>
        </a:p>
      </dgm:t>
    </dgm:pt>
    <dgm:pt modelId="{085E77B6-7396-43AC-AD70-9CF7E40BDE2E}" type="sibTrans" cxnId="{3A6E3F8F-D14C-4969-82C5-399AA65CC957}">
      <dgm:prSet/>
      <dgm:spPr/>
      <dgm:t>
        <a:bodyPr/>
        <a:lstStyle/>
        <a:p>
          <a:endParaRPr lang="en-US"/>
        </a:p>
      </dgm:t>
    </dgm:pt>
    <dgm:pt modelId="{86391585-325B-4B95-9DAF-0C66C543DF67}" type="pres">
      <dgm:prSet presAssocID="{B3050DE2-A496-4E7A-B054-2C722F7889D8}" presName="root" presStyleCnt="0">
        <dgm:presLayoutVars>
          <dgm:dir/>
          <dgm:resizeHandles val="exact"/>
        </dgm:presLayoutVars>
      </dgm:prSet>
      <dgm:spPr/>
    </dgm:pt>
    <dgm:pt modelId="{2171355D-CEEB-459D-930C-9051B5DF8F50}" type="pres">
      <dgm:prSet presAssocID="{6DA7E04F-944D-4C74-A444-C76B3793B3A6}" presName="compNode" presStyleCnt="0"/>
      <dgm:spPr/>
    </dgm:pt>
    <dgm:pt modelId="{9931F662-23AF-4DF9-A492-D23B2A08B0F9}" type="pres">
      <dgm:prSet presAssocID="{6DA7E04F-944D-4C74-A444-C76B3793B3A6}" presName="iconBgRect" presStyleLbl="bgShp" presStyleIdx="0" presStyleCnt="4"/>
      <dgm:spPr/>
    </dgm:pt>
    <dgm:pt modelId="{CFE41D7C-46B5-49C8-954E-B4ECDB993029}" type="pres">
      <dgm:prSet presAssocID="{6DA7E04F-944D-4C74-A444-C76B3793B3A6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ily Calendar"/>
        </a:ext>
      </dgm:extLst>
    </dgm:pt>
    <dgm:pt modelId="{38E3D855-7F5E-46E3-B621-DC007D098978}" type="pres">
      <dgm:prSet presAssocID="{6DA7E04F-944D-4C74-A444-C76B3793B3A6}" presName="spaceRect" presStyleCnt="0"/>
      <dgm:spPr/>
    </dgm:pt>
    <dgm:pt modelId="{CF03C3E9-B8C9-433F-AF4A-CCDCD48C4B91}" type="pres">
      <dgm:prSet presAssocID="{6DA7E04F-944D-4C74-A444-C76B3793B3A6}" presName="textRect" presStyleLbl="revTx" presStyleIdx="0" presStyleCnt="4">
        <dgm:presLayoutVars>
          <dgm:chMax val="1"/>
          <dgm:chPref val="1"/>
        </dgm:presLayoutVars>
      </dgm:prSet>
      <dgm:spPr/>
    </dgm:pt>
    <dgm:pt modelId="{0005080D-7512-4E95-BE23-E9FD6E6292E5}" type="pres">
      <dgm:prSet presAssocID="{0A138E5C-6FA2-4C5D-830A-17F3B81FB7B1}" presName="sibTrans" presStyleCnt="0"/>
      <dgm:spPr/>
    </dgm:pt>
    <dgm:pt modelId="{FF008EEF-B390-4894-A6E5-088A71A9CC35}" type="pres">
      <dgm:prSet presAssocID="{461E5BD3-7B10-49CC-B0DA-32007737C4F6}" presName="compNode" presStyleCnt="0"/>
      <dgm:spPr/>
    </dgm:pt>
    <dgm:pt modelId="{72D21B5B-5330-4230-94FB-7545D37A75F8}" type="pres">
      <dgm:prSet presAssocID="{461E5BD3-7B10-49CC-B0DA-32007737C4F6}" presName="iconBgRect" presStyleLbl="bgShp" presStyleIdx="1" presStyleCnt="4"/>
      <dgm:spPr/>
    </dgm:pt>
    <dgm:pt modelId="{891FED02-C503-43AF-97D6-941276D67DA2}" type="pres">
      <dgm:prSet presAssocID="{461E5BD3-7B10-49CC-B0DA-32007737C4F6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ll"/>
        </a:ext>
      </dgm:extLst>
    </dgm:pt>
    <dgm:pt modelId="{79A25F13-ECC7-406D-9D70-0E24EC5A90FC}" type="pres">
      <dgm:prSet presAssocID="{461E5BD3-7B10-49CC-B0DA-32007737C4F6}" presName="spaceRect" presStyleCnt="0"/>
      <dgm:spPr/>
    </dgm:pt>
    <dgm:pt modelId="{3ED24B8B-5AB0-4539-A217-3BDE8DC5C329}" type="pres">
      <dgm:prSet presAssocID="{461E5BD3-7B10-49CC-B0DA-32007737C4F6}" presName="textRect" presStyleLbl="revTx" presStyleIdx="1" presStyleCnt="4">
        <dgm:presLayoutVars>
          <dgm:chMax val="1"/>
          <dgm:chPref val="1"/>
        </dgm:presLayoutVars>
      </dgm:prSet>
      <dgm:spPr/>
    </dgm:pt>
    <dgm:pt modelId="{708CDDAE-BCD9-4E12-8374-5C00395DD254}" type="pres">
      <dgm:prSet presAssocID="{2E034441-645F-40FB-A782-ECD41BAF7DC4}" presName="sibTrans" presStyleCnt="0"/>
      <dgm:spPr/>
    </dgm:pt>
    <dgm:pt modelId="{1C217E81-B533-4E81-AD76-DDA23C99D039}" type="pres">
      <dgm:prSet presAssocID="{B2A7B816-816A-4863-A386-953D02223460}" presName="compNode" presStyleCnt="0"/>
      <dgm:spPr/>
    </dgm:pt>
    <dgm:pt modelId="{E0179169-9712-405E-9654-A707CBE80405}" type="pres">
      <dgm:prSet presAssocID="{B2A7B816-816A-4863-A386-953D02223460}" presName="iconBgRect" presStyleLbl="bgShp" presStyleIdx="2" presStyleCnt="4"/>
      <dgm:spPr/>
    </dgm:pt>
    <dgm:pt modelId="{E5BB5310-E747-42EF-9651-B65C0DC98C8B}" type="pres">
      <dgm:prSet presAssocID="{B2A7B816-816A-4863-A386-953D02223460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ute Ringer"/>
        </a:ext>
      </dgm:extLst>
    </dgm:pt>
    <dgm:pt modelId="{3F181A88-CAC7-4410-89B8-DDF154A0C727}" type="pres">
      <dgm:prSet presAssocID="{B2A7B816-816A-4863-A386-953D02223460}" presName="spaceRect" presStyleCnt="0"/>
      <dgm:spPr/>
    </dgm:pt>
    <dgm:pt modelId="{B8B746CA-3D9D-4EEA-BB4F-2253D82A72CA}" type="pres">
      <dgm:prSet presAssocID="{B2A7B816-816A-4863-A386-953D02223460}" presName="textRect" presStyleLbl="revTx" presStyleIdx="2" presStyleCnt="4">
        <dgm:presLayoutVars>
          <dgm:chMax val="1"/>
          <dgm:chPref val="1"/>
        </dgm:presLayoutVars>
      </dgm:prSet>
      <dgm:spPr/>
    </dgm:pt>
    <dgm:pt modelId="{30313564-099F-4DF4-8270-E40276EA02DD}" type="pres">
      <dgm:prSet presAssocID="{AE840DD3-5848-4314-A8BE-EAA9C243DEA6}" presName="sibTrans" presStyleCnt="0"/>
      <dgm:spPr/>
    </dgm:pt>
    <dgm:pt modelId="{7F693117-977F-4B20-9DF0-71FB1955B5A4}" type="pres">
      <dgm:prSet presAssocID="{03DC1AFB-75E7-4BF3-882A-410C6D0954EF}" presName="compNode" presStyleCnt="0"/>
      <dgm:spPr/>
    </dgm:pt>
    <dgm:pt modelId="{F42B4557-5E17-496C-A646-4F8C500B3670}" type="pres">
      <dgm:prSet presAssocID="{03DC1AFB-75E7-4BF3-882A-410C6D0954EF}" presName="iconBgRect" presStyleLbl="bgShp" presStyleIdx="3" presStyleCnt="4"/>
      <dgm:spPr/>
    </dgm:pt>
    <dgm:pt modelId="{5DD6DD0A-41F8-44D8-89CA-F9E3C4EFC417}" type="pres">
      <dgm:prSet presAssocID="{03DC1AFB-75E7-4BF3-882A-410C6D0954EF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larm Clock"/>
        </a:ext>
      </dgm:extLst>
    </dgm:pt>
    <dgm:pt modelId="{694FC149-41C3-4E18-94EC-473DC7B01E80}" type="pres">
      <dgm:prSet presAssocID="{03DC1AFB-75E7-4BF3-882A-410C6D0954EF}" presName="spaceRect" presStyleCnt="0"/>
      <dgm:spPr/>
    </dgm:pt>
    <dgm:pt modelId="{63C18E72-F690-426D-9478-AABFC5186100}" type="pres">
      <dgm:prSet presAssocID="{03DC1AFB-75E7-4BF3-882A-410C6D0954E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85BDB718-724A-4D90-878F-C01422BCD546}" type="presOf" srcId="{6DA7E04F-944D-4C74-A444-C76B3793B3A6}" destId="{CF03C3E9-B8C9-433F-AF4A-CCDCD48C4B91}" srcOrd="0" destOrd="0" presId="urn:microsoft.com/office/officeart/2018/5/layout/IconCircleLabelList"/>
    <dgm:cxn modelId="{070BEB23-4E77-4670-82C0-349005AE335E}" srcId="{B3050DE2-A496-4E7A-B054-2C722F7889D8}" destId="{B2A7B816-816A-4863-A386-953D02223460}" srcOrd="2" destOrd="0" parTransId="{53418C61-CBD8-4E7C-AF05-89FCFD073CB7}" sibTransId="{AE840DD3-5848-4314-A8BE-EAA9C243DEA6}"/>
    <dgm:cxn modelId="{A6522452-9048-42ED-9BC8-15F8792E39B8}" srcId="{B3050DE2-A496-4E7A-B054-2C722F7889D8}" destId="{6DA7E04F-944D-4C74-A444-C76B3793B3A6}" srcOrd="0" destOrd="0" parTransId="{A5FCA80E-0207-4323-BB6E-7C9FFEC8E1F7}" sibTransId="{0A138E5C-6FA2-4C5D-830A-17F3B81FB7B1}"/>
    <dgm:cxn modelId="{3A6E3F8F-D14C-4969-82C5-399AA65CC957}" srcId="{B3050DE2-A496-4E7A-B054-2C722F7889D8}" destId="{03DC1AFB-75E7-4BF3-882A-410C6D0954EF}" srcOrd="3" destOrd="0" parTransId="{AA47809A-EEDD-424E-B9E6-2F8B928B4E62}" sibTransId="{085E77B6-7396-43AC-AD70-9CF7E40BDE2E}"/>
    <dgm:cxn modelId="{1A2D7BCA-1BF3-441C-8C3D-31ED5D3C2C2D}" type="presOf" srcId="{03DC1AFB-75E7-4BF3-882A-410C6D0954EF}" destId="{63C18E72-F690-426D-9478-AABFC5186100}" srcOrd="0" destOrd="0" presId="urn:microsoft.com/office/officeart/2018/5/layout/IconCircleLabelList"/>
    <dgm:cxn modelId="{0484C7D3-8D5D-43E7-BFB2-F8103C39E3B7}" srcId="{B3050DE2-A496-4E7A-B054-2C722F7889D8}" destId="{461E5BD3-7B10-49CC-B0DA-32007737C4F6}" srcOrd="1" destOrd="0" parTransId="{4C4AE3BC-10C4-4461-9D04-62D52A657578}" sibTransId="{2E034441-645F-40FB-A782-ECD41BAF7DC4}"/>
    <dgm:cxn modelId="{8F8D0BDC-7A0F-4DA9-A555-CAA32D9FC184}" type="presOf" srcId="{B2A7B816-816A-4863-A386-953D02223460}" destId="{B8B746CA-3D9D-4EEA-BB4F-2253D82A72CA}" srcOrd="0" destOrd="0" presId="urn:microsoft.com/office/officeart/2018/5/layout/IconCircleLabelList"/>
    <dgm:cxn modelId="{52C6E1F0-E5D4-4C6A-AC6F-ED141A10C560}" type="presOf" srcId="{461E5BD3-7B10-49CC-B0DA-32007737C4F6}" destId="{3ED24B8B-5AB0-4539-A217-3BDE8DC5C329}" srcOrd="0" destOrd="0" presId="urn:microsoft.com/office/officeart/2018/5/layout/IconCircleLabelList"/>
    <dgm:cxn modelId="{5E41F7F2-BD95-45CF-90FC-D19D33791664}" type="presOf" srcId="{B3050DE2-A496-4E7A-B054-2C722F7889D8}" destId="{86391585-325B-4B95-9DAF-0C66C543DF67}" srcOrd="0" destOrd="0" presId="urn:microsoft.com/office/officeart/2018/5/layout/IconCircleLabelList"/>
    <dgm:cxn modelId="{D343A71B-585E-47B3-86F0-713FD4BE2F4A}" type="presParOf" srcId="{86391585-325B-4B95-9DAF-0C66C543DF67}" destId="{2171355D-CEEB-459D-930C-9051B5DF8F50}" srcOrd="0" destOrd="0" presId="urn:microsoft.com/office/officeart/2018/5/layout/IconCircleLabelList"/>
    <dgm:cxn modelId="{68ACF2DF-DDD2-491C-BC94-21E210709A6B}" type="presParOf" srcId="{2171355D-CEEB-459D-930C-9051B5DF8F50}" destId="{9931F662-23AF-4DF9-A492-D23B2A08B0F9}" srcOrd="0" destOrd="0" presId="urn:microsoft.com/office/officeart/2018/5/layout/IconCircleLabelList"/>
    <dgm:cxn modelId="{368BFF21-A2EB-4C9C-8132-920B3ECF70E3}" type="presParOf" srcId="{2171355D-CEEB-459D-930C-9051B5DF8F50}" destId="{CFE41D7C-46B5-49C8-954E-B4ECDB993029}" srcOrd="1" destOrd="0" presId="urn:microsoft.com/office/officeart/2018/5/layout/IconCircleLabelList"/>
    <dgm:cxn modelId="{0FFEA009-E688-404D-AE31-6244C4FC8AD8}" type="presParOf" srcId="{2171355D-CEEB-459D-930C-9051B5DF8F50}" destId="{38E3D855-7F5E-46E3-B621-DC007D098978}" srcOrd="2" destOrd="0" presId="urn:microsoft.com/office/officeart/2018/5/layout/IconCircleLabelList"/>
    <dgm:cxn modelId="{4F506CAC-CB3A-4B00-B6A6-D4823296F76A}" type="presParOf" srcId="{2171355D-CEEB-459D-930C-9051B5DF8F50}" destId="{CF03C3E9-B8C9-433F-AF4A-CCDCD48C4B91}" srcOrd="3" destOrd="0" presId="urn:microsoft.com/office/officeart/2018/5/layout/IconCircleLabelList"/>
    <dgm:cxn modelId="{5EFBA48F-B8EA-4E60-A326-6400359A7035}" type="presParOf" srcId="{86391585-325B-4B95-9DAF-0C66C543DF67}" destId="{0005080D-7512-4E95-BE23-E9FD6E6292E5}" srcOrd="1" destOrd="0" presId="urn:microsoft.com/office/officeart/2018/5/layout/IconCircleLabelList"/>
    <dgm:cxn modelId="{A24A338B-575C-45E2-AAE5-BAE62BEACA09}" type="presParOf" srcId="{86391585-325B-4B95-9DAF-0C66C543DF67}" destId="{FF008EEF-B390-4894-A6E5-088A71A9CC35}" srcOrd="2" destOrd="0" presId="urn:microsoft.com/office/officeart/2018/5/layout/IconCircleLabelList"/>
    <dgm:cxn modelId="{3725ACC7-ABF5-4747-8C28-0DEF901D39EA}" type="presParOf" srcId="{FF008EEF-B390-4894-A6E5-088A71A9CC35}" destId="{72D21B5B-5330-4230-94FB-7545D37A75F8}" srcOrd="0" destOrd="0" presId="urn:microsoft.com/office/officeart/2018/5/layout/IconCircleLabelList"/>
    <dgm:cxn modelId="{899DD716-85A6-45D2-90CD-80B48E5A37FD}" type="presParOf" srcId="{FF008EEF-B390-4894-A6E5-088A71A9CC35}" destId="{891FED02-C503-43AF-97D6-941276D67DA2}" srcOrd="1" destOrd="0" presId="urn:microsoft.com/office/officeart/2018/5/layout/IconCircleLabelList"/>
    <dgm:cxn modelId="{AEA507D3-0123-4084-BE19-E7E6A58A5998}" type="presParOf" srcId="{FF008EEF-B390-4894-A6E5-088A71A9CC35}" destId="{79A25F13-ECC7-406D-9D70-0E24EC5A90FC}" srcOrd="2" destOrd="0" presId="urn:microsoft.com/office/officeart/2018/5/layout/IconCircleLabelList"/>
    <dgm:cxn modelId="{3B0C4044-77BB-479E-AE30-09CB5EEF4764}" type="presParOf" srcId="{FF008EEF-B390-4894-A6E5-088A71A9CC35}" destId="{3ED24B8B-5AB0-4539-A217-3BDE8DC5C329}" srcOrd="3" destOrd="0" presId="urn:microsoft.com/office/officeart/2018/5/layout/IconCircleLabelList"/>
    <dgm:cxn modelId="{453BB697-6AF6-4D04-8F00-40D78D7821E6}" type="presParOf" srcId="{86391585-325B-4B95-9DAF-0C66C543DF67}" destId="{708CDDAE-BCD9-4E12-8374-5C00395DD254}" srcOrd="3" destOrd="0" presId="urn:microsoft.com/office/officeart/2018/5/layout/IconCircleLabelList"/>
    <dgm:cxn modelId="{9813528C-E8B8-4C68-9E4F-96889829F9FE}" type="presParOf" srcId="{86391585-325B-4B95-9DAF-0C66C543DF67}" destId="{1C217E81-B533-4E81-AD76-DDA23C99D039}" srcOrd="4" destOrd="0" presId="urn:microsoft.com/office/officeart/2018/5/layout/IconCircleLabelList"/>
    <dgm:cxn modelId="{2A82E20A-BDC3-4E0B-BDF2-D0D492E174D9}" type="presParOf" srcId="{1C217E81-B533-4E81-AD76-DDA23C99D039}" destId="{E0179169-9712-405E-9654-A707CBE80405}" srcOrd="0" destOrd="0" presId="urn:microsoft.com/office/officeart/2018/5/layout/IconCircleLabelList"/>
    <dgm:cxn modelId="{C1262719-D5DD-42A9-9923-7B851193A634}" type="presParOf" srcId="{1C217E81-B533-4E81-AD76-DDA23C99D039}" destId="{E5BB5310-E747-42EF-9651-B65C0DC98C8B}" srcOrd="1" destOrd="0" presId="urn:microsoft.com/office/officeart/2018/5/layout/IconCircleLabelList"/>
    <dgm:cxn modelId="{2B4AB987-DE9B-4329-9BED-45F4460E7D24}" type="presParOf" srcId="{1C217E81-B533-4E81-AD76-DDA23C99D039}" destId="{3F181A88-CAC7-4410-89B8-DDF154A0C727}" srcOrd="2" destOrd="0" presId="urn:microsoft.com/office/officeart/2018/5/layout/IconCircleLabelList"/>
    <dgm:cxn modelId="{4F34A753-82D6-4930-BF08-31282F42C344}" type="presParOf" srcId="{1C217E81-B533-4E81-AD76-DDA23C99D039}" destId="{B8B746CA-3D9D-4EEA-BB4F-2253D82A72CA}" srcOrd="3" destOrd="0" presId="urn:microsoft.com/office/officeart/2018/5/layout/IconCircleLabelList"/>
    <dgm:cxn modelId="{6C48B697-8478-4FDA-A301-FC947B350C52}" type="presParOf" srcId="{86391585-325B-4B95-9DAF-0C66C543DF67}" destId="{30313564-099F-4DF4-8270-E40276EA02DD}" srcOrd="5" destOrd="0" presId="urn:microsoft.com/office/officeart/2018/5/layout/IconCircleLabelList"/>
    <dgm:cxn modelId="{5A47B98D-79BA-455F-AA34-6B36D0D694F4}" type="presParOf" srcId="{86391585-325B-4B95-9DAF-0C66C543DF67}" destId="{7F693117-977F-4B20-9DF0-71FB1955B5A4}" srcOrd="6" destOrd="0" presId="urn:microsoft.com/office/officeart/2018/5/layout/IconCircleLabelList"/>
    <dgm:cxn modelId="{73F5A4B2-4FAE-4F7C-825E-BCB3D4B486B4}" type="presParOf" srcId="{7F693117-977F-4B20-9DF0-71FB1955B5A4}" destId="{F42B4557-5E17-496C-A646-4F8C500B3670}" srcOrd="0" destOrd="0" presId="urn:microsoft.com/office/officeart/2018/5/layout/IconCircleLabelList"/>
    <dgm:cxn modelId="{1B6D58DC-94FE-41AB-9254-30C53162D8CB}" type="presParOf" srcId="{7F693117-977F-4B20-9DF0-71FB1955B5A4}" destId="{5DD6DD0A-41F8-44D8-89CA-F9E3C4EFC417}" srcOrd="1" destOrd="0" presId="urn:microsoft.com/office/officeart/2018/5/layout/IconCircleLabelList"/>
    <dgm:cxn modelId="{06AE3361-10CE-4FB8-B8BD-EE8CA81AC4C1}" type="presParOf" srcId="{7F693117-977F-4B20-9DF0-71FB1955B5A4}" destId="{694FC149-41C3-4E18-94EC-473DC7B01E80}" srcOrd="2" destOrd="0" presId="urn:microsoft.com/office/officeart/2018/5/layout/IconCircleLabelList"/>
    <dgm:cxn modelId="{AAF1D1F2-42F2-4E5E-AC56-E0D91CDC2B89}" type="presParOf" srcId="{7F693117-977F-4B20-9DF0-71FB1955B5A4}" destId="{63C18E72-F690-426D-9478-AABFC5186100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42260CA-9D0B-4E20-B663-B6E6495F8090}" type="doc">
      <dgm:prSet loTypeId="urn:microsoft.com/office/officeart/2005/8/layout/vList5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FF9209D9-134B-4F01-89A4-29D3A721E8E9}">
      <dgm:prSet/>
      <dgm:spPr/>
      <dgm:t>
        <a:bodyPr/>
        <a:lstStyle/>
        <a:p>
          <a:r>
            <a:rPr lang="en-US"/>
            <a:t>Integration with Firebase Authentication SDK.</a:t>
          </a:r>
        </a:p>
      </dgm:t>
    </dgm:pt>
    <dgm:pt modelId="{287A5644-A413-4FD7-9841-324E2D8D70C3}" type="parTrans" cxnId="{FB680416-14DA-40C4-A021-6FCD549E72FF}">
      <dgm:prSet/>
      <dgm:spPr/>
      <dgm:t>
        <a:bodyPr/>
        <a:lstStyle/>
        <a:p>
          <a:endParaRPr lang="en-US"/>
        </a:p>
      </dgm:t>
    </dgm:pt>
    <dgm:pt modelId="{04239CB5-31C7-413B-A640-F6EF116F810F}" type="sibTrans" cxnId="{FB680416-14DA-40C4-A021-6FCD549E72FF}">
      <dgm:prSet/>
      <dgm:spPr/>
      <dgm:t>
        <a:bodyPr/>
        <a:lstStyle/>
        <a:p>
          <a:endParaRPr lang="en-US"/>
        </a:p>
      </dgm:t>
    </dgm:pt>
    <dgm:pt modelId="{AA389E73-C6DB-4354-92E3-02786940BA69}">
      <dgm:prSet/>
      <dgm:spPr/>
      <dgm:t>
        <a:bodyPr/>
        <a:lstStyle/>
        <a:p>
          <a:r>
            <a:rPr lang="en-US"/>
            <a:t>Support for Google OAuth 2.0.</a:t>
          </a:r>
        </a:p>
      </dgm:t>
    </dgm:pt>
    <dgm:pt modelId="{8A1D34B8-60BA-44AD-B5A8-7AD2B8A9E017}" type="parTrans" cxnId="{A56D3AEC-0CBF-470B-94F5-21767D2EB6B9}">
      <dgm:prSet/>
      <dgm:spPr/>
      <dgm:t>
        <a:bodyPr/>
        <a:lstStyle/>
        <a:p>
          <a:endParaRPr lang="en-US"/>
        </a:p>
      </dgm:t>
    </dgm:pt>
    <dgm:pt modelId="{7D1669C2-3C72-4E3F-885F-AA86A087283F}" type="sibTrans" cxnId="{A56D3AEC-0CBF-470B-94F5-21767D2EB6B9}">
      <dgm:prSet/>
      <dgm:spPr/>
      <dgm:t>
        <a:bodyPr/>
        <a:lstStyle/>
        <a:p>
          <a:endParaRPr lang="en-US"/>
        </a:p>
      </dgm:t>
    </dgm:pt>
    <dgm:pt modelId="{76CAB68B-5256-4B25-842D-A146283D230D}">
      <dgm:prSet/>
      <dgm:spPr/>
      <dgm:t>
        <a:bodyPr/>
        <a:lstStyle/>
        <a:p>
          <a:r>
            <a:rPr lang="en-US"/>
            <a:t>Secure session management and token persistence.</a:t>
          </a:r>
        </a:p>
      </dgm:t>
    </dgm:pt>
    <dgm:pt modelId="{F1DAC890-BD13-486F-BC45-080C2FEDD92A}" type="parTrans" cxnId="{FAED0728-1436-42EB-BDB8-C932CF0612E9}">
      <dgm:prSet/>
      <dgm:spPr/>
      <dgm:t>
        <a:bodyPr/>
        <a:lstStyle/>
        <a:p>
          <a:endParaRPr lang="en-US"/>
        </a:p>
      </dgm:t>
    </dgm:pt>
    <dgm:pt modelId="{6DAF3837-72DC-40FF-840B-CC71D9D08BD8}" type="sibTrans" cxnId="{FAED0728-1436-42EB-BDB8-C932CF0612E9}">
      <dgm:prSet/>
      <dgm:spPr/>
      <dgm:t>
        <a:bodyPr/>
        <a:lstStyle/>
        <a:p>
          <a:endParaRPr lang="en-US"/>
        </a:p>
      </dgm:t>
    </dgm:pt>
    <dgm:pt modelId="{FAC58BC5-3A77-4F52-B076-F8A9F530DD81}">
      <dgm:prSet/>
      <dgm:spPr/>
      <dgm:t>
        <a:bodyPr/>
        <a:lstStyle/>
        <a:p>
          <a:r>
            <a:rPr lang="en-US"/>
            <a:t>Clean logout flow invalidating all active sessions.</a:t>
          </a:r>
        </a:p>
      </dgm:t>
    </dgm:pt>
    <dgm:pt modelId="{12336D5F-B96D-4B98-927B-F74CB3A6F4E7}" type="parTrans" cxnId="{6AD8CE85-8006-4A45-9FC5-0D6E7DD91EFD}">
      <dgm:prSet/>
      <dgm:spPr/>
      <dgm:t>
        <a:bodyPr/>
        <a:lstStyle/>
        <a:p>
          <a:endParaRPr lang="en-US"/>
        </a:p>
      </dgm:t>
    </dgm:pt>
    <dgm:pt modelId="{FE286A8D-925B-4647-B997-5FFAA047B2BD}" type="sibTrans" cxnId="{6AD8CE85-8006-4A45-9FC5-0D6E7DD91EFD}">
      <dgm:prSet/>
      <dgm:spPr/>
      <dgm:t>
        <a:bodyPr/>
        <a:lstStyle/>
        <a:p>
          <a:endParaRPr lang="en-US"/>
        </a:p>
      </dgm:t>
    </dgm:pt>
    <dgm:pt modelId="{D96B394A-0EB8-4033-B254-E0B902CF1330}" type="pres">
      <dgm:prSet presAssocID="{F42260CA-9D0B-4E20-B663-B6E6495F8090}" presName="Name0" presStyleCnt="0">
        <dgm:presLayoutVars>
          <dgm:dir/>
          <dgm:animLvl val="lvl"/>
          <dgm:resizeHandles val="exact"/>
        </dgm:presLayoutVars>
      </dgm:prSet>
      <dgm:spPr/>
    </dgm:pt>
    <dgm:pt modelId="{C9A20295-12AE-4F0B-AB28-C76CE10645CD}" type="pres">
      <dgm:prSet presAssocID="{FF9209D9-134B-4F01-89A4-29D3A721E8E9}" presName="linNode" presStyleCnt="0"/>
      <dgm:spPr/>
    </dgm:pt>
    <dgm:pt modelId="{A366B8D5-8B6A-48F2-A15E-F90BB9EAF830}" type="pres">
      <dgm:prSet presAssocID="{FF9209D9-134B-4F01-89A4-29D3A721E8E9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58F6F223-0310-48EF-B1ED-50E014CBCFCC}" type="pres">
      <dgm:prSet presAssocID="{04239CB5-31C7-413B-A640-F6EF116F810F}" presName="sp" presStyleCnt="0"/>
      <dgm:spPr/>
    </dgm:pt>
    <dgm:pt modelId="{4E939A03-4EC2-4F4C-800F-FB6A745782DE}" type="pres">
      <dgm:prSet presAssocID="{AA389E73-C6DB-4354-92E3-02786940BA69}" presName="linNode" presStyleCnt="0"/>
      <dgm:spPr/>
    </dgm:pt>
    <dgm:pt modelId="{05B2FEB7-2922-42A0-87B6-7FB390587CCD}" type="pres">
      <dgm:prSet presAssocID="{AA389E73-C6DB-4354-92E3-02786940BA69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197D221F-E6FD-429A-A382-FFA2D2701033}" type="pres">
      <dgm:prSet presAssocID="{7D1669C2-3C72-4E3F-885F-AA86A087283F}" presName="sp" presStyleCnt="0"/>
      <dgm:spPr/>
    </dgm:pt>
    <dgm:pt modelId="{E67E8809-5CE6-4FC6-999F-721E4E3948BD}" type="pres">
      <dgm:prSet presAssocID="{76CAB68B-5256-4B25-842D-A146283D230D}" presName="linNode" presStyleCnt="0"/>
      <dgm:spPr/>
    </dgm:pt>
    <dgm:pt modelId="{00D79A8D-1197-41EE-A696-ACB99A630E59}" type="pres">
      <dgm:prSet presAssocID="{76CAB68B-5256-4B25-842D-A146283D230D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2FC06AA8-509F-4936-92A5-EBD4E05DA851}" type="pres">
      <dgm:prSet presAssocID="{6DAF3837-72DC-40FF-840B-CC71D9D08BD8}" presName="sp" presStyleCnt="0"/>
      <dgm:spPr/>
    </dgm:pt>
    <dgm:pt modelId="{BEE36456-EF27-46A8-A690-B168A51ADD60}" type="pres">
      <dgm:prSet presAssocID="{FAC58BC5-3A77-4F52-B076-F8A9F530DD81}" presName="linNode" presStyleCnt="0"/>
      <dgm:spPr/>
    </dgm:pt>
    <dgm:pt modelId="{EFA8AF97-2CCA-4CBF-8CF9-55D45CE9F0A8}" type="pres">
      <dgm:prSet presAssocID="{FAC58BC5-3A77-4F52-B076-F8A9F530DD81}" presName="parentText" presStyleLbl="node1" presStyleIdx="3" presStyleCnt="4">
        <dgm:presLayoutVars>
          <dgm:chMax val="1"/>
          <dgm:bulletEnabled val="1"/>
        </dgm:presLayoutVars>
      </dgm:prSet>
      <dgm:spPr/>
    </dgm:pt>
  </dgm:ptLst>
  <dgm:cxnLst>
    <dgm:cxn modelId="{FB680416-14DA-40C4-A021-6FCD549E72FF}" srcId="{F42260CA-9D0B-4E20-B663-B6E6495F8090}" destId="{FF9209D9-134B-4F01-89A4-29D3A721E8E9}" srcOrd="0" destOrd="0" parTransId="{287A5644-A413-4FD7-9841-324E2D8D70C3}" sibTransId="{04239CB5-31C7-413B-A640-F6EF116F810F}"/>
    <dgm:cxn modelId="{FAED0728-1436-42EB-BDB8-C932CF0612E9}" srcId="{F42260CA-9D0B-4E20-B663-B6E6495F8090}" destId="{76CAB68B-5256-4B25-842D-A146283D230D}" srcOrd="2" destOrd="0" parTransId="{F1DAC890-BD13-486F-BC45-080C2FEDD92A}" sibTransId="{6DAF3837-72DC-40FF-840B-CC71D9D08BD8}"/>
    <dgm:cxn modelId="{09A09F3F-5889-4995-8D6E-E6854CAC4493}" type="presOf" srcId="{FAC58BC5-3A77-4F52-B076-F8A9F530DD81}" destId="{EFA8AF97-2CCA-4CBF-8CF9-55D45CE9F0A8}" srcOrd="0" destOrd="0" presId="urn:microsoft.com/office/officeart/2005/8/layout/vList5"/>
    <dgm:cxn modelId="{0602777D-88C2-40A5-BB4B-BB73C2D3A3F1}" type="presOf" srcId="{F42260CA-9D0B-4E20-B663-B6E6495F8090}" destId="{D96B394A-0EB8-4033-B254-E0B902CF1330}" srcOrd="0" destOrd="0" presId="urn:microsoft.com/office/officeart/2005/8/layout/vList5"/>
    <dgm:cxn modelId="{6AD8CE85-8006-4A45-9FC5-0D6E7DD91EFD}" srcId="{F42260CA-9D0B-4E20-B663-B6E6495F8090}" destId="{FAC58BC5-3A77-4F52-B076-F8A9F530DD81}" srcOrd="3" destOrd="0" parTransId="{12336D5F-B96D-4B98-927B-F74CB3A6F4E7}" sibTransId="{FE286A8D-925B-4647-B997-5FFAA047B2BD}"/>
    <dgm:cxn modelId="{8F1F6592-662A-48C6-9A1D-F845D14A5751}" type="presOf" srcId="{76CAB68B-5256-4B25-842D-A146283D230D}" destId="{00D79A8D-1197-41EE-A696-ACB99A630E59}" srcOrd="0" destOrd="0" presId="urn:microsoft.com/office/officeart/2005/8/layout/vList5"/>
    <dgm:cxn modelId="{3370F7C0-F791-47A6-9FD3-342D7935F885}" type="presOf" srcId="{AA389E73-C6DB-4354-92E3-02786940BA69}" destId="{05B2FEB7-2922-42A0-87B6-7FB390587CCD}" srcOrd="0" destOrd="0" presId="urn:microsoft.com/office/officeart/2005/8/layout/vList5"/>
    <dgm:cxn modelId="{1A646FC8-541B-48ED-869B-1920D7BA244C}" type="presOf" srcId="{FF9209D9-134B-4F01-89A4-29D3A721E8E9}" destId="{A366B8D5-8B6A-48F2-A15E-F90BB9EAF830}" srcOrd="0" destOrd="0" presId="urn:microsoft.com/office/officeart/2005/8/layout/vList5"/>
    <dgm:cxn modelId="{A56D3AEC-0CBF-470B-94F5-21767D2EB6B9}" srcId="{F42260CA-9D0B-4E20-B663-B6E6495F8090}" destId="{AA389E73-C6DB-4354-92E3-02786940BA69}" srcOrd="1" destOrd="0" parTransId="{8A1D34B8-60BA-44AD-B5A8-7AD2B8A9E017}" sibTransId="{7D1669C2-3C72-4E3F-885F-AA86A087283F}"/>
    <dgm:cxn modelId="{36D2F317-F4A9-46CF-98ED-EAC460CEDFE3}" type="presParOf" srcId="{D96B394A-0EB8-4033-B254-E0B902CF1330}" destId="{C9A20295-12AE-4F0B-AB28-C76CE10645CD}" srcOrd="0" destOrd="0" presId="urn:microsoft.com/office/officeart/2005/8/layout/vList5"/>
    <dgm:cxn modelId="{E40A5585-263D-4205-A5B2-B394F042E4C2}" type="presParOf" srcId="{C9A20295-12AE-4F0B-AB28-C76CE10645CD}" destId="{A366B8D5-8B6A-48F2-A15E-F90BB9EAF830}" srcOrd="0" destOrd="0" presId="urn:microsoft.com/office/officeart/2005/8/layout/vList5"/>
    <dgm:cxn modelId="{BD8F8A90-4F1C-4F98-A27F-B4B444F89DB7}" type="presParOf" srcId="{D96B394A-0EB8-4033-B254-E0B902CF1330}" destId="{58F6F223-0310-48EF-B1ED-50E014CBCFCC}" srcOrd="1" destOrd="0" presId="urn:microsoft.com/office/officeart/2005/8/layout/vList5"/>
    <dgm:cxn modelId="{E8774874-8E72-4151-81E1-0BE7BBA47F84}" type="presParOf" srcId="{D96B394A-0EB8-4033-B254-E0B902CF1330}" destId="{4E939A03-4EC2-4F4C-800F-FB6A745782DE}" srcOrd="2" destOrd="0" presId="urn:microsoft.com/office/officeart/2005/8/layout/vList5"/>
    <dgm:cxn modelId="{6735C370-98E2-48F3-AFB8-E60FA489BA35}" type="presParOf" srcId="{4E939A03-4EC2-4F4C-800F-FB6A745782DE}" destId="{05B2FEB7-2922-42A0-87B6-7FB390587CCD}" srcOrd="0" destOrd="0" presId="urn:microsoft.com/office/officeart/2005/8/layout/vList5"/>
    <dgm:cxn modelId="{04BED79D-16FC-4135-BF52-DD87D9794E81}" type="presParOf" srcId="{D96B394A-0EB8-4033-B254-E0B902CF1330}" destId="{197D221F-E6FD-429A-A382-FFA2D2701033}" srcOrd="3" destOrd="0" presId="urn:microsoft.com/office/officeart/2005/8/layout/vList5"/>
    <dgm:cxn modelId="{2ECBF9FF-5D23-4639-962F-2885BE121AA3}" type="presParOf" srcId="{D96B394A-0EB8-4033-B254-E0B902CF1330}" destId="{E67E8809-5CE6-4FC6-999F-721E4E3948BD}" srcOrd="4" destOrd="0" presId="urn:microsoft.com/office/officeart/2005/8/layout/vList5"/>
    <dgm:cxn modelId="{942EF151-1652-4219-95BA-7FF352F381B7}" type="presParOf" srcId="{E67E8809-5CE6-4FC6-999F-721E4E3948BD}" destId="{00D79A8D-1197-41EE-A696-ACB99A630E59}" srcOrd="0" destOrd="0" presId="urn:microsoft.com/office/officeart/2005/8/layout/vList5"/>
    <dgm:cxn modelId="{C617634D-197C-4365-BC54-4C94FF226E34}" type="presParOf" srcId="{D96B394A-0EB8-4033-B254-E0B902CF1330}" destId="{2FC06AA8-509F-4936-92A5-EBD4E05DA851}" srcOrd="5" destOrd="0" presId="urn:microsoft.com/office/officeart/2005/8/layout/vList5"/>
    <dgm:cxn modelId="{DD895BFD-C1C6-4798-B7B0-EE8F5F202466}" type="presParOf" srcId="{D96B394A-0EB8-4033-B254-E0B902CF1330}" destId="{BEE36456-EF27-46A8-A690-B168A51ADD60}" srcOrd="6" destOrd="0" presId="urn:microsoft.com/office/officeart/2005/8/layout/vList5"/>
    <dgm:cxn modelId="{63CF162E-CFCB-48EB-B218-0081363F2EE6}" type="presParOf" srcId="{BEE36456-EF27-46A8-A690-B168A51ADD60}" destId="{EFA8AF97-2CCA-4CBF-8CF9-55D45CE9F0A8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B443ACA5-3281-4554-8B69-2CF88BB1CAF7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C0532084-5D94-411C-B66F-E06027FFE028}">
      <dgm:prSet/>
      <dgm:spPr/>
      <dgm:t>
        <a:bodyPr/>
        <a:lstStyle/>
        <a:p>
          <a:r>
            <a:rPr lang="en-US"/>
            <a:t>Secure Identity: Multi-factor ready auth via Google.</a:t>
          </a:r>
        </a:p>
      </dgm:t>
    </dgm:pt>
    <dgm:pt modelId="{D83BDD71-917C-496F-B72E-7DB7EE89E688}" type="parTrans" cxnId="{6F9FC1B4-AF46-4414-94E7-66D739055400}">
      <dgm:prSet/>
      <dgm:spPr/>
      <dgm:t>
        <a:bodyPr/>
        <a:lstStyle/>
        <a:p>
          <a:endParaRPr lang="en-US"/>
        </a:p>
      </dgm:t>
    </dgm:pt>
    <dgm:pt modelId="{AF2E3B66-F69E-45B7-9B1D-B2D1E1D21289}" type="sibTrans" cxnId="{6F9FC1B4-AF46-4414-94E7-66D739055400}">
      <dgm:prSet/>
      <dgm:spPr/>
      <dgm:t>
        <a:bodyPr/>
        <a:lstStyle/>
        <a:p>
          <a:endParaRPr lang="en-US"/>
        </a:p>
      </dgm:t>
    </dgm:pt>
    <dgm:pt modelId="{50B98226-126D-4161-B972-55DD532E0ED4}">
      <dgm:prSet/>
      <dgm:spPr/>
      <dgm:t>
        <a:bodyPr/>
        <a:lstStyle/>
        <a:p>
          <a:r>
            <a:rPr lang="en-US"/>
            <a:t>Data Persistence: Cloud-first storage with Firestore.</a:t>
          </a:r>
        </a:p>
      </dgm:t>
    </dgm:pt>
    <dgm:pt modelId="{BCB5AD8A-66CB-4BD1-8E9D-4687A1ED52B4}" type="parTrans" cxnId="{5E0EF17E-1553-4D60-AF33-32E53689AC4F}">
      <dgm:prSet/>
      <dgm:spPr/>
      <dgm:t>
        <a:bodyPr/>
        <a:lstStyle/>
        <a:p>
          <a:endParaRPr lang="en-US"/>
        </a:p>
      </dgm:t>
    </dgm:pt>
    <dgm:pt modelId="{0CDC9CBE-5AB6-4450-8D13-7D3B522B0D26}" type="sibTrans" cxnId="{5E0EF17E-1553-4D60-AF33-32E53689AC4F}">
      <dgm:prSet/>
      <dgm:spPr/>
      <dgm:t>
        <a:bodyPr/>
        <a:lstStyle/>
        <a:p>
          <a:endParaRPr lang="en-US"/>
        </a:p>
      </dgm:t>
    </dgm:pt>
    <dgm:pt modelId="{BCC7DC26-EE01-44CF-AFBE-AECCE9380303}">
      <dgm:prSet/>
      <dgm:spPr/>
      <dgm:t>
        <a:bodyPr/>
        <a:lstStyle/>
        <a:p>
          <a:r>
            <a:rPr lang="en-US"/>
            <a:t>Notification Engine: Reliable local scheduling.</a:t>
          </a:r>
        </a:p>
      </dgm:t>
    </dgm:pt>
    <dgm:pt modelId="{FD5D2A15-77F8-4BF2-9D93-921CF5E2402C}" type="parTrans" cxnId="{EEE1256C-EFB8-43F9-8258-5BABF7335608}">
      <dgm:prSet/>
      <dgm:spPr/>
      <dgm:t>
        <a:bodyPr/>
        <a:lstStyle/>
        <a:p>
          <a:endParaRPr lang="en-US"/>
        </a:p>
      </dgm:t>
    </dgm:pt>
    <dgm:pt modelId="{445D1845-C9B6-43A9-A40E-5F4C1D7A2710}" type="sibTrans" cxnId="{EEE1256C-EFB8-43F9-8258-5BABF7335608}">
      <dgm:prSet/>
      <dgm:spPr/>
      <dgm:t>
        <a:bodyPr/>
        <a:lstStyle/>
        <a:p>
          <a:endParaRPr lang="en-US"/>
        </a:p>
      </dgm:t>
    </dgm:pt>
    <dgm:pt modelId="{D3B26268-6E97-4B17-A1E6-570AF84798B5}">
      <dgm:prSet/>
      <dgm:spPr/>
      <dgm:t>
        <a:bodyPr/>
        <a:lstStyle/>
        <a:p>
          <a:r>
            <a:rPr lang="en-US"/>
            <a:t>CRUD Operations: Full lifecycle management of tasks.</a:t>
          </a:r>
        </a:p>
      </dgm:t>
    </dgm:pt>
    <dgm:pt modelId="{F28CC4B0-7EE0-47A0-AF36-C738A7659B87}" type="parTrans" cxnId="{EA45C198-0092-4166-A460-51E74E2C38BE}">
      <dgm:prSet/>
      <dgm:spPr/>
      <dgm:t>
        <a:bodyPr/>
        <a:lstStyle/>
        <a:p>
          <a:endParaRPr lang="en-US"/>
        </a:p>
      </dgm:t>
    </dgm:pt>
    <dgm:pt modelId="{410C0F26-2A1A-4263-9D94-811B0C5A2E63}" type="sibTrans" cxnId="{EA45C198-0092-4166-A460-51E74E2C38BE}">
      <dgm:prSet/>
      <dgm:spPr/>
      <dgm:t>
        <a:bodyPr/>
        <a:lstStyle/>
        <a:p>
          <a:endParaRPr lang="en-US"/>
        </a:p>
      </dgm:t>
    </dgm:pt>
    <dgm:pt modelId="{18C3E719-7F77-40B5-BE9B-F970EBFDD07E}" type="pres">
      <dgm:prSet presAssocID="{B443ACA5-3281-4554-8B69-2CF88BB1CAF7}" presName="root" presStyleCnt="0">
        <dgm:presLayoutVars>
          <dgm:dir/>
          <dgm:resizeHandles val="exact"/>
        </dgm:presLayoutVars>
      </dgm:prSet>
      <dgm:spPr/>
    </dgm:pt>
    <dgm:pt modelId="{1908E981-2B5B-4527-8322-5D45B732CABD}" type="pres">
      <dgm:prSet presAssocID="{C0532084-5D94-411C-B66F-E06027FFE028}" presName="compNode" presStyleCnt="0"/>
      <dgm:spPr/>
    </dgm:pt>
    <dgm:pt modelId="{1C8D7E27-43A9-413C-97B6-5A1FEA55CFD3}" type="pres">
      <dgm:prSet presAssocID="{C0532084-5D94-411C-B66F-E06027FFE028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349DA41D-056C-44C0-8934-53E8DDFCC79F}" type="pres">
      <dgm:prSet presAssocID="{C0532084-5D94-411C-B66F-E06027FFE028}" presName="spaceRect" presStyleCnt="0"/>
      <dgm:spPr/>
    </dgm:pt>
    <dgm:pt modelId="{7946AC55-0605-41B2-AC2B-31B625FA577F}" type="pres">
      <dgm:prSet presAssocID="{C0532084-5D94-411C-B66F-E06027FFE028}" presName="textRect" presStyleLbl="revTx" presStyleIdx="0" presStyleCnt="4">
        <dgm:presLayoutVars>
          <dgm:chMax val="1"/>
          <dgm:chPref val="1"/>
        </dgm:presLayoutVars>
      </dgm:prSet>
      <dgm:spPr/>
    </dgm:pt>
    <dgm:pt modelId="{7802A723-FF4A-451A-8791-937A2D5C944A}" type="pres">
      <dgm:prSet presAssocID="{AF2E3B66-F69E-45B7-9B1D-B2D1E1D21289}" presName="sibTrans" presStyleCnt="0"/>
      <dgm:spPr/>
    </dgm:pt>
    <dgm:pt modelId="{73EDAEE8-063C-4C2B-BDB5-56CF1BA621B5}" type="pres">
      <dgm:prSet presAssocID="{50B98226-126D-4161-B972-55DD532E0ED4}" presName="compNode" presStyleCnt="0"/>
      <dgm:spPr/>
    </dgm:pt>
    <dgm:pt modelId="{2CC8D331-F056-437A-9AB9-DE8C1437B6B8}" type="pres">
      <dgm:prSet presAssocID="{50B98226-126D-4161-B972-55DD532E0ED4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9DB76EAB-F248-40FF-98F7-9179C9536454}" type="pres">
      <dgm:prSet presAssocID="{50B98226-126D-4161-B972-55DD532E0ED4}" presName="spaceRect" presStyleCnt="0"/>
      <dgm:spPr/>
    </dgm:pt>
    <dgm:pt modelId="{B927BEAB-61EB-4B7D-869A-06433EAA3F45}" type="pres">
      <dgm:prSet presAssocID="{50B98226-126D-4161-B972-55DD532E0ED4}" presName="textRect" presStyleLbl="revTx" presStyleIdx="1" presStyleCnt="4">
        <dgm:presLayoutVars>
          <dgm:chMax val="1"/>
          <dgm:chPref val="1"/>
        </dgm:presLayoutVars>
      </dgm:prSet>
      <dgm:spPr/>
    </dgm:pt>
    <dgm:pt modelId="{FAF97EC8-B00F-42BE-8313-9961306045D6}" type="pres">
      <dgm:prSet presAssocID="{0CDC9CBE-5AB6-4450-8D13-7D3B522B0D26}" presName="sibTrans" presStyleCnt="0"/>
      <dgm:spPr/>
    </dgm:pt>
    <dgm:pt modelId="{B5071A77-5FEF-47DE-B556-0E82B9F59FFD}" type="pres">
      <dgm:prSet presAssocID="{BCC7DC26-EE01-44CF-AFBE-AECCE9380303}" presName="compNode" presStyleCnt="0"/>
      <dgm:spPr/>
    </dgm:pt>
    <dgm:pt modelId="{A73CAA56-97D4-4CB4-A971-9F44ED1B3027}" type="pres">
      <dgm:prSet presAssocID="{BCC7DC26-EE01-44CF-AFBE-AECCE9380303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ily Calendar"/>
        </a:ext>
      </dgm:extLst>
    </dgm:pt>
    <dgm:pt modelId="{6C3C22F5-50BB-42D6-A14F-DFE17D040030}" type="pres">
      <dgm:prSet presAssocID="{BCC7DC26-EE01-44CF-AFBE-AECCE9380303}" presName="spaceRect" presStyleCnt="0"/>
      <dgm:spPr/>
    </dgm:pt>
    <dgm:pt modelId="{54DC303E-3C63-4A07-AF96-F5F0D7FD6096}" type="pres">
      <dgm:prSet presAssocID="{BCC7DC26-EE01-44CF-AFBE-AECCE9380303}" presName="textRect" presStyleLbl="revTx" presStyleIdx="2" presStyleCnt="4">
        <dgm:presLayoutVars>
          <dgm:chMax val="1"/>
          <dgm:chPref val="1"/>
        </dgm:presLayoutVars>
      </dgm:prSet>
      <dgm:spPr/>
    </dgm:pt>
    <dgm:pt modelId="{07F412C0-4198-408D-996B-F055EDFE1CE4}" type="pres">
      <dgm:prSet presAssocID="{445D1845-C9B6-43A9-A40E-5F4C1D7A2710}" presName="sibTrans" presStyleCnt="0"/>
      <dgm:spPr/>
    </dgm:pt>
    <dgm:pt modelId="{E9E3AE6E-4A77-4D08-81E2-EE3DA50D37F6}" type="pres">
      <dgm:prSet presAssocID="{D3B26268-6E97-4B17-A1E6-570AF84798B5}" presName="compNode" presStyleCnt="0"/>
      <dgm:spPr/>
    </dgm:pt>
    <dgm:pt modelId="{AFEC81D8-6DD1-4121-B494-4A26C646101F}" type="pres">
      <dgm:prSet presAssocID="{D3B26268-6E97-4B17-A1E6-570AF84798B5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C29CECA2-B5BE-40D2-BC4F-3F694EF9EAAE}" type="pres">
      <dgm:prSet presAssocID="{D3B26268-6E97-4B17-A1E6-570AF84798B5}" presName="spaceRect" presStyleCnt="0"/>
      <dgm:spPr/>
    </dgm:pt>
    <dgm:pt modelId="{29ABD34A-363D-407B-BD1F-4E408D6E1CA9}" type="pres">
      <dgm:prSet presAssocID="{D3B26268-6E97-4B17-A1E6-570AF84798B5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39760660-354C-4BF1-9C12-03FBF7108A70}" type="presOf" srcId="{D3B26268-6E97-4B17-A1E6-570AF84798B5}" destId="{29ABD34A-363D-407B-BD1F-4E408D6E1CA9}" srcOrd="0" destOrd="0" presId="urn:microsoft.com/office/officeart/2018/2/layout/IconLabelList"/>
    <dgm:cxn modelId="{EEE1256C-EFB8-43F9-8258-5BABF7335608}" srcId="{B443ACA5-3281-4554-8B69-2CF88BB1CAF7}" destId="{BCC7DC26-EE01-44CF-AFBE-AECCE9380303}" srcOrd="2" destOrd="0" parTransId="{FD5D2A15-77F8-4BF2-9D93-921CF5E2402C}" sibTransId="{445D1845-C9B6-43A9-A40E-5F4C1D7A2710}"/>
    <dgm:cxn modelId="{34448279-561A-4E3B-B590-09FA02451CDA}" type="presOf" srcId="{50B98226-126D-4161-B972-55DD532E0ED4}" destId="{B927BEAB-61EB-4B7D-869A-06433EAA3F45}" srcOrd="0" destOrd="0" presId="urn:microsoft.com/office/officeart/2018/2/layout/IconLabelList"/>
    <dgm:cxn modelId="{5E0EF17E-1553-4D60-AF33-32E53689AC4F}" srcId="{B443ACA5-3281-4554-8B69-2CF88BB1CAF7}" destId="{50B98226-126D-4161-B972-55DD532E0ED4}" srcOrd="1" destOrd="0" parTransId="{BCB5AD8A-66CB-4BD1-8E9D-4687A1ED52B4}" sibTransId="{0CDC9CBE-5AB6-4450-8D13-7D3B522B0D26}"/>
    <dgm:cxn modelId="{3A4D078F-34D7-41B7-8152-2F81EF72EC0C}" type="presOf" srcId="{BCC7DC26-EE01-44CF-AFBE-AECCE9380303}" destId="{54DC303E-3C63-4A07-AF96-F5F0D7FD6096}" srcOrd="0" destOrd="0" presId="urn:microsoft.com/office/officeart/2018/2/layout/IconLabelList"/>
    <dgm:cxn modelId="{EA9D9E92-D9E0-4524-BA6C-21D8BD28C012}" type="presOf" srcId="{C0532084-5D94-411C-B66F-E06027FFE028}" destId="{7946AC55-0605-41B2-AC2B-31B625FA577F}" srcOrd="0" destOrd="0" presId="urn:microsoft.com/office/officeart/2018/2/layout/IconLabelList"/>
    <dgm:cxn modelId="{4F1E7195-89C2-484F-81CA-46FF1C60EE16}" type="presOf" srcId="{B443ACA5-3281-4554-8B69-2CF88BB1CAF7}" destId="{18C3E719-7F77-40B5-BE9B-F970EBFDD07E}" srcOrd="0" destOrd="0" presId="urn:microsoft.com/office/officeart/2018/2/layout/IconLabelList"/>
    <dgm:cxn modelId="{EA45C198-0092-4166-A460-51E74E2C38BE}" srcId="{B443ACA5-3281-4554-8B69-2CF88BB1CAF7}" destId="{D3B26268-6E97-4B17-A1E6-570AF84798B5}" srcOrd="3" destOrd="0" parTransId="{F28CC4B0-7EE0-47A0-AF36-C738A7659B87}" sibTransId="{410C0F26-2A1A-4263-9D94-811B0C5A2E63}"/>
    <dgm:cxn modelId="{6F9FC1B4-AF46-4414-94E7-66D739055400}" srcId="{B443ACA5-3281-4554-8B69-2CF88BB1CAF7}" destId="{C0532084-5D94-411C-B66F-E06027FFE028}" srcOrd="0" destOrd="0" parTransId="{D83BDD71-917C-496F-B72E-7DB7EE89E688}" sibTransId="{AF2E3B66-F69E-45B7-9B1D-B2D1E1D21289}"/>
    <dgm:cxn modelId="{6A41DF2D-D595-4AA4-8922-DD75E194D8A5}" type="presParOf" srcId="{18C3E719-7F77-40B5-BE9B-F970EBFDD07E}" destId="{1908E981-2B5B-4527-8322-5D45B732CABD}" srcOrd="0" destOrd="0" presId="urn:microsoft.com/office/officeart/2018/2/layout/IconLabelList"/>
    <dgm:cxn modelId="{BC20B50F-C59C-41E8-ADED-976BE18B81C2}" type="presParOf" srcId="{1908E981-2B5B-4527-8322-5D45B732CABD}" destId="{1C8D7E27-43A9-413C-97B6-5A1FEA55CFD3}" srcOrd="0" destOrd="0" presId="urn:microsoft.com/office/officeart/2018/2/layout/IconLabelList"/>
    <dgm:cxn modelId="{6A3D6B67-34FD-48B7-A596-7A11C9AB3DAF}" type="presParOf" srcId="{1908E981-2B5B-4527-8322-5D45B732CABD}" destId="{349DA41D-056C-44C0-8934-53E8DDFCC79F}" srcOrd="1" destOrd="0" presId="urn:microsoft.com/office/officeart/2018/2/layout/IconLabelList"/>
    <dgm:cxn modelId="{280EF691-0142-4F22-BD0E-C437CF160C7B}" type="presParOf" srcId="{1908E981-2B5B-4527-8322-5D45B732CABD}" destId="{7946AC55-0605-41B2-AC2B-31B625FA577F}" srcOrd="2" destOrd="0" presId="urn:microsoft.com/office/officeart/2018/2/layout/IconLabelList"/>
    <dgm:cxn modelId="{7F5A9347-0507-4B7B-9DEE-34261F41CE73}" type="presParOf" srcId="{18C3E719-7F77-40B5-BE9B-F970EBFDD07E}" destId="{7802A723-FF4A-451A-8791-937A2D5C944A}" srcOrd="1" destOrd="0" presId="urn:microsoft.com/office/officeart/2018/2/layout/IconLabelList"/>
    <dgm:cxn modelId="{D750F1EA-EECC-4B55-90CC-94F160A04F3C}" type="presParOf" srcId="{18C3E719-7F77-40B5-BE9B-F970EBFDD07E}" destId="{73EDAEE8-063C-4C2B-BDB5-56CF1BA621B5}" srcOrd="2" destOrd="0" presId="urn:microsoft.com/office/officeart/2018/2/layout/IconLabelList"/>
    <dgm:cxn modelId="{B56E78B6-5385-4A9F-9748-77AAC53C3D00}" type="presParOf" srcId="{73EDAEE8-063C-4C2B-BDB5-56CF1BA621B5}" destId="{2CC8D331-F056-437A-9AB9-DE8C1437B6B8}" srcOrd="0" destOrd="0" presId="urn:microsoft.com/office/officeart/2018/2/layout/IconLabelList"/>
    <dgm:cxn modelId="{FDF28AE3-FDFC-4DDD-AF33-98412527D0B1}" type="presParOf" srcId="{73EDAEE8-063C-4C2B-BDB5-56CF1BA621B5}" destId="{9DB76EAB-F248-40FF-98F7-9179C9536454}" srcOrd="1" destOrd="0" presId="urn:microsoft.com/office/officeart/2018/2/layout/IconLabelList"/>
    <dgm:cxn modelId="{90844CAE-EBFE-4B82-96C1-34B32D2B0BF3}" type="presParOf" srcId="{73EDAEE8-063C-4C2B-BDB5-56CF1BA621B5}" destId="{B927BEAB-61EB-4B7D-869A-06433EAA3F45}" srcOrd="2" destOrd="0" presId="urn:microsoft.com/office/officeart/2018/2/layout/IconLabelList"/>
    <dgm:cxn modelId="{22D8EE3D-258E-464D-8F0D-E400EB6DB133}" type="presParOf" srcId="{18C3E719-7F77-40B5-BE9B-F970EBFDD07E}" destId="{FAF97EC8-B00F-42BE-8313-9961306045D6}" srcOrd="3" destOrd="0" presId="urn:microsoft.com/office/officeart/2018/2/layout/IconLabelList"/>
    <dgm:cxn modelId="{7345ECE9-00F7-44CC-A2FD-41BF83BECDD1}" type="presParOf" srcId="{18C3E719-7F77-40B5-BE9B-F970EBFDD07E}" destId="{B5071A77-5FEF-47DE-B556-0E82B9F59FFD}" srcOrd="4" destOrd="0" presId="urn:microsoft.com/office/officeart/2018/2/layout/IconLabelList"/>
    <dgm:cxn modelId="{37668CA1-7FF8-4B3E-9F49-9A815B6BAF10}" type="presParOf" srcId="{B5071A77-5FEF-47DE-B556-0E82B9F59FFD}" destId="{A73CAA56-97D4-4CB4-A971-9F44ED1B3027}" srcOrd="0" destOrd="0" presId="urn:microsoft.com/office/officeart/2018/2/layout/IconLabelList"/>
    <dgm:cxn modelId="{C16C3AB0-DE38-4771-AC07-169B59DB420A}" type="presParOf" srcId="{B5071A77-5FEF-47DE-B556-0E82B9F59FFD}" destId="{6C3C22F5-50BB-42D6-A14F-DFE17D040030}" srcOrd="1" destOrd="0" presId="urn:microsoft.com/office/officeart/2018/2/layout/IconLabelList"/>
    <dgm:cxn modelId="{26BC412D-6262-4000-BBF0-56C09FE37B81}" type="presParOf" srcId="{B5071A77-5FEF-47DE-B556-0E82B9F59FFD}" destId="{54DC303E-3C63-4A07-AF96-F5F0D7FD6096}" srcOrd="2" destOrd="0" presId="urn:microsoft.com/office/officeart/2018/2/layout/IconLabelList"/>
    <dgm:cxn modelId="{6AFECA9E-232E-4946-B345-E8DA734D34A5}" type="presParOf" srcId="{18C3E719-7F77-40B5-BE9B-F970EBFDD07E}" destId="{07F412C0-4198-408D-996B-F055EDFE1CE4}" srcOrd="5" destOrd="0" presId="urn:microsoft.com/office/officeart/2018/2/layout/IconLabelList"/>
    <dgm:cxn modelId="{27FCE638-CC43-48EF-9D63-9A41D5D9EED4}" type="presParOf" srcId="{18C3E719-7F77-40B5-BE9B-F970EBFDD07E}" destId="{E9E3AE6E-4A77-4D08-81E2-EE3DA50D37F6}" srcOrd="6" destOrd="0" presId="urn:microsoft.com/office/officeart/2018/2/layout/IconLabelList"/>
    <dgm:cxn modelId="{78BEF341-7A41-4400-B17A-169FA26BAF16}" type="presParOf" srcId="{E9E3AE6E-4A77-4D08-81E2-EE3DA50D37F6}" destId="{AFEC81D8-6DD1-4121-B494-4A26C646101F}" srcOrd="0" destOrd="0" presId="urn:microsoft.com/office/officeart/2018/2/layout/IconLabelList"/>
    <dgm:cxn modelId="{694D052C-CDF5-411A-A3FF-D1331A98FFC1}" type="presParOf" srcId="{E9E3AE6E-4A77-4D08-81E2-EE3DA50D37F6}" destId="{C29CECA2-B5BE-40D2-BC4F-3F694EF9EAAE}" srcOrd="1" destOrd="0" presId="urn:microsoft.com/office/officeart/2018/2/layout/IconLabelList"/>
    <dgm:cxn modelId="{CD33CD5A-CBF0-4B78-B7AE-C59C02E03C6A}" type="presParOf" srcId="{E9E3AE6E-4A77-4D08-81E2-EE3DA50D37F6}" destId="{29ABD34A-363D-407B-BD1F-4E408D6E1CA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331FF042-DD01-4545-9645-FFE7D13D1B22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5ECAD27-4348-45E8-A9A6-C650BCF3D166}">
      <dgm:prSet/>
      <dgm:spPr/>
      <dgm:t>
        <a:bodyPr/>
        <a:lstStyle/>
        <a:p>
          <a:r>
            <a:rPr lang="en-US"/>
            <a:t>Performance: Smooth 60fps UI animations.</a:t>
          </a:r>
        </a:p>
      </dgm:t>
    </dgm:pt>
    <dgm:pt modelId="{F48261CC-81F0-4401-9613-08B7E2A4E4DF}" type="parTrans" cxnId="{A8F4EE24-065A-41C7-ADAD-5E18FEFDEE6F}">
      <dgm:prSet/>
      <dgm:spPr/>
      <dgm:t>
        <a:bodyPr/>
        <a:lstStyle/>
        <a:p>
          <a:endParaRPr lang="en-US"/>
        </a:p>
      </dgm:t>
    </dgm:pt>
    <dgm:pt modelId="{5DE117D9-57D8-43D7-8DC9-E93737E51C2E}" type="sibTrans" cxnId="{A8F4EE24-065A-41C7-ADAD-5E18FEFDEE6F}">
      <dgm:prSet/>
      <dgm:spPr/>
      <dgm:t>
        <a:bodyPr/>
        <a:lstStyle/>
        <a:p>
          <a:endParaRPr lang="en-US"/>
        </a:p>
      </dgm:t>
    </dgm:pt>
    <dgm:pt modelId="{56E5D45F-B254-43F5-8100-1D15ABF5926D}">
      <dgm:prSet/>
      <dgm:spPr/>
      <dgm:t>
        <a:bodyPr/>
        <a:lstStyle/>
        <a:p>
          <a:r>
            <a:rPr lang="en-US"/>
            <a:t>Responsiveness: Adaptive layouts for different screen sizes.</a:t>
          </a:r>
        </a:p>
      </dgm:t>
    </dgm:pt>
    <dgm:pt modelId="{6B8E389F-40C7-42A5-AAFB-BB034106691B}" type="parTrans" cxnId="{35EBD6F2-1ED1-4350-AECF-5761844FDCC7}">
      <dgm:prSet/>
      <dgm:spPr/>
      <dgm:t>
        <a:bodyPr/>
        <a:lstStyle/>
        <a:p>
          <a:endParaRPr lang="en-US"/>
        </a:p>
      </dgm:t>
    </dgm:pt>
    <dgm:pt modelId="{D93699C7-C256-447F-9E8D-102685630492}" type="sibTrans" cxnId="{35EBD6F2-1ED1-4350-AECF-5761844FDCC7}">
      <dgm:prSet/>
      <dgm:spPr/>
      <dgm:t>
        <a:bodyPr/>
        <a:lstStyle/>
        <a:p>
          <a:endParaRPr lang="en-US"/>
        </a:p>
      </dgm:t>
    </dgm:pt>
    <dgm:pt modelId="{0AE2BFAB-001A-483D-86E6-BE91F9F1CCAB}">
      <dgm:prSet/>
      <dgm:spPr/>
      <dgm:t>
        <a:bodyPr/>
        <a:lstStyle/>
        <a:p>
          <a:r>
            <a:rPr lang="en-US"/>
            <a:t>Scalability: Designed to handle hundreds of tasks.</a:t>
          </a:r>
        </a:p>
      </dgm:t>
    </dgm:pt>
    <dgm:pt modelId="{FD151CAF-C369-48C6-B7E5-9138719D8F02}" type="parTrans" cxnId="{8D1D9241-FB46-4157-BA17-DCFF20CFEE76}">
      <dgm:prSet/>
      <dgm:spPr/>
      <dgm:t>
        <a:bodyPr/>
        <a:lstStyle/>
        <a:p>
          <a:endParaRPr lang="en-US"/>
        </a:p>
      </dgm:t>
    </dgm:pt>
    <dgm:pt modelId="{ECEE67C1-1721-464F-9925-B6ADB261B4D0}" type="sibTrans" cxnId="{8D1D9241-FB46-4157-BA17-DCFF20CFEE76}">
      <dgm:prSet/>
      <dgm:spPr/>
      <dgm:t>
        <a:bodyPr/>
        <a:lstStyle/>
        <a:p>
          <a:endParaRPr lang="en-US"/>
        </a:p>
      </dgm:t>
    </dgm:pt>
    <dgm:pt modelId="{CF6137E8-9F7E-4E4A-9263-B29045CCB603}">
      <dgm:prSet/>
      <dgm:spPr/>
      <dgm:t>
        <a:bodyPr/>
        <a:lstStyle/>
        <a:p>
          <a:r>
            <a:rPr lang="en-US"/>
            <a:t>State Integrity: Consistent data flow using Provider.</a:t>
          </a:r>
        </a:p>
      </dgm:t>
    </dgm:pt>
    <dgm:pt modelId="{F5E06561-DDDB-4487-AC68-7571E9A5197C}" type="parTrans" cxnId="{8C872777-FB5C-4303-90DB-65BC6D9118CC}">
      <dgm:prSet/>
      <dgm:spPr/>
      <dgm:t>
        <a:bodyPr/>
        <a:lstStyle/>
        <a:p>
          <a:endParaRPr lang="en-US"/>
        </a:p>
      </dgm:t>
    </dgm:pt>
    <dgm:pt modelId="{7579A80B-4309-4AB0-A49A-7CF5593D85A3}" type="sibTrans" cxnId="{8C872777-FB5C-4303-90DB-65BC6D9118CC}">
      <dgm:prSet/>
      <dgm:spPr/>
      <dgm:t>
        <a:bodyPr/>
        <a:lstStyle/>
        <a:p>
          <a:endParaRPr lang="en-US"/>
        </a:p>
      </dgm:t>
    </dgm:pt>
    <dgm:pt modelId="{C02B89FF-B157-4E9C-A0E2-EBECCD7DC395}" type="pres">
      <dgm:prSet presAssocID="{331FF042-DD01-4545-9645-FFE7D13D1B22}" presName="linear" presStyleCnt="0">
        <dgm:presLayoutVars>
          <dgm:animLvl val="lvl"/>
          <dgm:resizeHandles val="exact"/>
        </dgm:presLayoutVars>
      </dgm:prSet>
      <dgm:spPr/>
    </dgm:pt>
    <dgm:pt modelId="{6B3EF119-05AB-402C-8CE1-47E81B960E5C}" type="pres">
      <dgm:prSet presAssocID="{25ECAD27-4348-45E8-A9A6-C650BCF3D16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3C2A8E8-56BE-408B-A76E-2C60E1D1A2CB}" type="pres">
      <dgm:prSet presAssocID="{5DE117D9-57D8-43D7-8DC9-E93737E51C2E}" presName="spacer" presStyleCnt="0"/>
      <dgm:spPr/>
    </dgm:pt>
    <dgm:pt modelId="{A933B66A-F64E-4B07-A9EF-AED3A0F9449C}" type="pres">
      <dgm:prSet presAssocID="{56E5D45F-B254-43F5-8100-1D15ABF5926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FD0624F-3D3B-4275-9D5A-E2A05500C47D}" type="pres">
      <dgm:prSet presAssocID="{D93699C7-C256-447F-9E8D-102685630492}" presName="spacer" presStyleCnt="0"/>
      <dgm:spPr/>
    </dgm:pt>
    <dgm:pt modelId="{DC1DA23A-E5C8-4958-A18F-110B811DA39E}" type="pres">
      <dgm:prSet presAssocID="{0AE2BFAB-001A-483D-86E6-BE91F9F1CCA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A19C9CD-AF5C-4BF4-BFE2-98E84D7F43B3}" type="pres">
      <dgm:prSet presAssocID="{ECEE67C1-1721-464F-9925-B6ADB261B4D0}" presName="spacer" presStyleCnt="0"/>
      <dgm:spPr/>
    </dgm:pt>
    <dgm:pt modelId="{B9367C7B-C84D-4993-A3E9-0FE87FC1B30C}" type="pres">
      <dgm:prSet presAssocID="{CF6137E8-9F7E-4E4A-9263-B29045CCB60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34E1D05-9F9D-425B-B30F-B00D9C082F15}" type="presOf" srcId="{0AE2BFAB-001A-483D-86E6-BE91F9F1CCAB}" destId="{DC1DA23A-E5C8-4958-A18F-110B811DA39E}" srcOrd="0" destOrd="0" presId="urn:microsoft.com/office/officeart/2005/8/layout/vList2"/>
    <dgm:cxn modelId="{A8F4EE24-065A-41C7-ADAD-5E18FEFDEE6F}" srcId="{331FF042-DD01-4545-9645-FFE7D13D1B22}" destId="{25ECAD27-4348-45E8-A9A6-C650BCF3D166}" srcOrd="0" destOrd="0" parTransId="{F48261CC-81F0-4401-9613-08B7E2A4E4DF}" sibTransId="{5DE117D9-57D8-43D7-8DC9-E93737E51C2E}"/>
    <dgm:cxn modelId="{71B4152D-AEC2-412D-A995-82D6DEF9CBB0}" type="presOf" srcId="{CF6137E8-9F7E-4E4A-9263-B29045CCB603}" destId="{B9367C7B-C84D-4993-A3E9-0FE87FC1B30C}" srcOrd="0" destOrd="0" presId="urn:microsoft.com/office/officeart/2005/8/layout/vList2"/>
    <dgm:cxn modelId="{8D1D9241-FB46-4157-BA17-DCFF20CFEE76}" srcId="{331FF042-DD01-4545-9645-FFE7D13D1B22}" destId="{0AE2BFAB-001A-483D-86E6-BE91F9F1CCAB}" srcOrd="2" destOrd="0" parTransId="{FD151CAF-C369-48C6-B7E5-9138719D8F02}" sibTransId="{ECEE67C1-1721-464F-9925-B6ADB261B4D0}"/>
    <dgm:cxn modelId="{9F1A1E70-F992-4EBA-86A1-DBCCF5D02146}" type="presOf" srcId="{331FF042-DD01-4545-9645-FFE7D13D1B22}" destId="{C02B89FF-B157-4E9C-A0E2-EBECCD7DC395}" srcOrd="0" destOrd="0" presId="urn:microsoft.com/office/officeart/2005/8/layout/vList2"/>
    <dgm:cxn modelId="{8C872777-FB5C-4303-90DB-65BC6D9118CC}" srcId="{331FF042-DD01-4545-9645-FFE7D13D1B22}" destId="{CF6137E8-9F7E-4E4A-9263-B29045CCB603}" srcOrd="3" destOrd="0" parTransId="{F5E06561-DDDB-4487-AC68-7571E9A5197C}" sibTransId="{7579A80B-4309-4AB0-A49A-7CF5593D85A3}"/>
    <dgm:cxn modelId="{3F36DD57-F7BF-4A2A-8FC6-83B259DD7DFE}" type="presOf" srcId="{56E5D45F-B254-43F5-8100-1D15ABF5926D}" destId="{A933B66A-F64E-4B07-A9EF-AED3A0F9449C}" srcOrd="0" destOrd="0" presId="urn:microsoft.com/office/officeart/2005/8/layout/vList2"/>
    <dgm:cxn modelId="{2E04DFE6-F585-437C-B36F-D370A820C2C2}" type="presOf" srcId="{25ECAD27-4348-45E8-A9A6-C650BCF3D166}" destId="{6B3EF119-05AB-402C-8CE1-47E81B960E5C}" srcOrd="0" destOrd="0" presId="urn:microsoft.com/office/officeart/2005/8/layout/vList2"/>
    <dgm:cxn modelId="{35EBD6F2-1ED1-4350-AECF-5761844FDCC7}" srcId="{331FF042-DD01-4545-9645-FFE7D13D1B22}" destId="{56E5D45F-B254-43F5-8100-1D15ABF5926D}" srcOrd="1" destOrd="0" parTransId="{6B8E389F-40C7-42A5-AAFB-BB034106691B}" sibTransId="{D93699C7-C256-447F-9E8D-102685630492}"/>
    <dgm:cxn modelId="{E1D1E453-E721-41BF-9D5B-CAB62E5E5AA7}" type="presParOf" srcId="{C02B89FF-B157-4E9C-A0E2-EBECCD7DC395}" destId="{6B3EF119-05AB-402C-8CE1-47E81B960E5C}" srcOrd="0" destOrd="0" presId="urn:microsoft.com/office/officeart/2005/8/layout/vList2"/>
    <dgm:cxn modelId="{4A609958-8708-46DB-B8A4-A8F320D577D0}" type="presParOf" srcId="{C02B89FF-B157-4E9C-A0E2-EBECCD7DC395}" destId="{A3C2A8E8-56BE-408B-A76E-2C60E1D1A2CB}" srcOrd="1" destOrd="0" presId="urn:microsoft.com/office/officeart/2005/8/layout/vList2"/>
    <dgm:cxn modelId="{93F51356-03BD-4D14-95E0-E5D35BEE9DA9}" type="presParOf" srcId="{C02B89FF-B157-4E9C-A0E2-EBECCD7DC395}" destId="{A933B66A-F64E-4B07-A9EF-AED3A0F9449C}" srcOrd="2" destOrd="0" presId="urn:microsoft.com/office/officeart/2005/8/layout/vList2"/>
    <dgm:cxn modelId="{C40099C1-FC15-4914-8869-21AF6D692471}" type="presParOf" srcId="{C02B89FF-B157-4E9C-A0E2-EBECCD7DC395}" destId="{5FD0624F-3D3B-4275-9D5A-E2A05500C47D}" srcOrd="3" destOrd="0" presId="urn:microsoft.com/office/officeart/2005/8/layout/vList2"/>
    <dgm:cxn modelId="{49D26AAF-2E84-4C8A-90DE-FCF7F9E01EA9}" type="presParOf" srcId="{C02B89FF-B157-4E9C-A0E2-EBECCD7DC395}" destId="{DC1DA23A-E5C8-4958-A18F-110B811DA39E}" srcOrd="4" destOrd="0" presId="urn:microsoft.com/office/officeart/2005/8/layout/vList2"/>
    <dgm:cxn modelId="{7EFD4850-9CDE-4A2E-A0EC-DF879F5247C2}" type="presParOf" srcId="{C02B89FF-B157-4E9C-A0E2-EBECCD7DC395}" destId="{1A19C9CD-AF5C-4BF4-BFE2-98E84D7F43B3}" srcOrd="5" destOrd="0" presId="urn:microsoft.com/office/officeart/2005/8/layout/vList2"/>
    <dgm:cxn modelId="{6BD1A52F-4FF2-4343-8FA6-0C49D061744D}" type="presParOf" srcId="{C02B89FF-B157-4E9C-A0E2-EBECCD7DC395}" destId="{B9367C7B-C84D-4993-A3E9-0FE87FC1B30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3AC9AE68-2BC7-4887-8AED-0941DC4CC0C6}" type="doc">
      <dgm:prSet loTypeId="urn:microsoft.com/office/officeart/2005/8/layout/default" loCatId="list" qsTypeId="urn:microsoft.com/office/officeart/2005/8/quickstyle/simple5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1B8DB1C-CA96-4B27-9F59-C624910B5A9A}">
      <dgm:prSet/>
      <dgm:spPr/>
      <dgm:t>
        <a:bodyPr/>
        <a:lstStyle/>
        <a:p>
          <a:r>
            <a:rPr lang="en-US"/>
            <a:t>Mobile Client (Flutter) &lt;-&gt; Firebase Auth</a:t>
          </a:r>
        </a:p>
      </dgm:t>
    </dgm:pt>
    <dgm:pt modelId="{102E417B-8A7D-4EEC-92BB-53F8F0E3F9A1}" type="parTrans" cxnId="{DAA43627-7220-4EF0-9602-38EB0FF8F8F8}">
      <dgm:prSet/>
      <dgm:spPr/>
      <dgm:t>
        <a:bodyPr/>
        <a:lstStyle/>
        <a:p>
          <a:endParaRPr lang="en-US"/>
        </a:p>
      </dgm:t>
    </dgm:pt>
    <dgm:pt modelId="{3D422A57-641B-4909-8BFA-1CEFE2119098}" type="sibTrans" cxnId="{DAA43627-7220-4EF0-9602-38EB0FF8F8F8}">
      <dgm:prSet/>
      <dgm:spPr/>
      <dgm:t>
        <a:bodyPr/>
        <a:lstStyle/>
        <a:p>
          <a:endParaRPr lang="en-US"/>
        </a:p>
      </dgm:t>
    </dgm:pt>
    <dgm:pt modelId="{1844F205-7415-49BA-BBAB-EB2E3B925564}">
      <dgm:prSet/>
      <dgm:spPr/>
      <dgm:t>
        <a:bodyPr/>
        <a:lstStyle/>
        <a:p>
          <a:r>
            <a:rPr lang="en-US"/>
            <a:t>Mobile Client (Flutter) &lt;-&gt; Cloud Firestore</a:t>
          </a:r>
        </a:p>
      </dgm:t>
    </dgm:pt>
    <dgm:pt modelId="{F1307600-9167-447F-8808-E3E37E99B577}" type="parTrans" cxnId="{47B5E0A0-EC03-467E-A0DD-065CFAB75E0C}">
      <dgm:prSet/>
      <dgm:spPr/>
      <dgm:t>
        <a:bodyPr/>
        <a:lstStyle/>
        <a:p>
          <a:endParaRPr lang="en-US"/>
        </a:p>
      </dgm:t>
    </dgm:pt>
    <dgm:pt modelId="{098C08B6-68F1-4A73-BEAB-5A22FF798589}" type="sibTrans" cxnId="{47B5E0A0-EC03-467E-A0DD-065CFAB75E0C}">
      <dgm:prSet/>
      <dgm:spPr/>
      <dgm:t>
        <a:bodyPr/>
        <a:lstStyle/>
        <a:p>
          <a:endParaRPr lang="en-US"/>
        </a:p>
      </dgm:t>
    </dgm:pt>
    <dgm:pt modelId="{3BE22889-DD4E-4D0E-B199-1FFFB146278E}">
      <dgm:prSet/>
      <dgm:spPr/>
      <dgm:t>
        <a:bodyPr/>
        <a:lstStyle/>
        <a:p>
          <a:r>
            <a:rPr lang="en-US"/>
            <a:t>State Management layer (Provider) decoupled from UI.</a:t>
          </a:r>
        </a:p>
      </dgm:t>
    </dgm:pt>
    <dgm:pt modelId="{7049A08A-7DDA-461A-8E0F-2F87367C7FEE}" type="parTrans" cxnId="{32CABDB9-8FFE-49D2-9BD2-1C3B51A2359D}">
      <dgm:prSet/>
      <dgm:spPr/>
      <dgm:t>
        <a:bodyPr/>
        <a:lstStyle/>
        <a:p>
          <a:endParaRPr lang="en-US"/>
        </a:p>
      </dgm:t>
    </dgm:pt>
    <dgm:pt modelId="{4E84E27C-282C-47A2-B21A-87D5655BBFC4}" type="sibTrans" cxnId="{32CABDB9-8FFE-49D2-9BD2-1C3B51A2359D}">
      <dgm:prSet/>
      <dgm:spPr/>
      <dgm:t>
        <a:bodyPr/>
        <a:lstStyle/>
        <a:p>
          <a:endParaRPr lang="en-US"/>
        </a:p>
      </dgm:t>
    </dgm:pt>
    <dgm:pt modelId="{35833B14-922F-4E2A-A099-8BAA61CCB2F7}">
      <dgm:prSet/>
      <dgm:spPr/>
      <dgm:t>
        <a:bodyPr/>
        <a:lstStyle/>
        <a:p>
          <a:r>
            <a:rPr lang="en-US"/>
            <a:t>Service layer for Auth and Database operations.</a:t>
          </a:r>
        </a:p>
      </dgm:t>
    </dgm:pt>
    <dgm:pt modelId="{F2CE115A-AE78-4F0B-BD8B-E25FCDEEC2B7}" type="parTrans" cxnId="{3A987CF0-10DF-4CC0-97EF-A5EC88754239}">
      <dgm:prSet/>
      <dgm:spPr/>
      <dgm:t>
        <a:bodyPr/>
        <a:lstStyle/>
        <a:p>
          <a:endParaRPr lang="en-US"/>
        </a:p>
      </dgm:t>
    </dgm:pt>
    <dgm:pt modelId="{E5BF7A35-2A0C-4857-BF15-D906D0045C3D}" type="sibTrans" cxnId="{3A987CF0-10DF-4CC0-97EF-A5EC88754239}">
      <dgm:prSet/>
      <dgm:spPr/>
      <dgm:t>
        <a:bodyPr/>
        <a:lstStyle/>
        <a:p>
          <a:endParaRPr lang="en-US"/>
        </a:p>
      </dgm:t>
    </dgm:pt>
    <dgm:pt modelId="{49D39821-698E-481B-95D2-E74D07E2D83B}" type="pres">
      <dgm:prSet presAssocID="{3AC9AE68-2BC7-4887-8AED-0941DC4CC0C6}" presName="diagram" presStyleCnt="0">
        <dgm:presLayoutVars>
          <dgm:dir/>
          <dgm:resizeHandles val="exact"/>
        </dgm:presLayoutVars>
      </dgm:prSet>
      <dgm:spPr/>
    </dgm:pt>
    <dgm:pt modelId="{7062D094-4A2F-4E71-B8A2-12898C95B33F}" type="pres">
      <dgm:prSet presAssocID="{F1B8DB1C-CA96-4B27-9F59-C624910B5A9A}" presName="node" presStyleLbl="node1" presStyleIdx="0" presStyleCnt="4">
        <dgm:presLayoutVars>
          <dgm:bulletEnabled val="1"/>
        </dgm:presLayoutVars>
      </dgm:prSet>
      <dgm:spPr/>
    </dgm:pt>
    <dgm:pt modelId="{D69184B7-469A-4B79-A9F1-9C80A3182B34}" type="pres">
      <dgm:prSet presAssocID="{3D422A57-641B-4909-8BFA-1CEFE2119098}" presName="sibTrans" presStyleCnt="0"/>
      <dgm:spPr/>
    </dgm:pt>
    <dgm:pt modelId="{51104FE0-7AC0-4B41-9130-9D56AE96F8DB}" type="pres">
      <dgm:prSet presAssocID="{1844F205-7415-49BA-BBAB-EB2E3B925564}" presName="node" presStyleLbl="node1" presStyleIdx="1" presStyleCnt="4">
        <dgm:presLayoutVars>
          <dgm:bulletEnabled val="1"/>
        </dgm:presLayoutVars>
      </dgm:prSet>
      <dgm:spPr/>
    </dgm:pt>
    <dgm:pt modelId="{2E686B06-DF5F-4986-8625-6535B3E1C2DF}" type="pres">
      <dgm:prSet presAssocID="{098C08B6-68F1-4A73-BEAB-5A22FF798589}" presName="sibTrans" presStyleCnt="0"/>
      <dgm:spPr/>
    </dgm:pt>
    <dgm:pt modelId="{0ED74119-E984-487A-92C6-278B80E51064}" type="pres">
      <dgm:prSet presAssocID="{3BE22889-DD4E-4D0E-B199-1FFFB146278E}" presName="node" presStyleLbl="node1" presStyleIdx="2" presStyleCnt="4">
        <dgm:presLayoutVars>
          <dgm:bulletEnabled val="1"/>
        </dgm:presLayoutVars>
      </dgm:prSet>
      <dgm:spPr/>
    </dgm:pt>
    <dgm:pt modelId="{0BDA6B46-379B-463F-A22F-018D2C05EF82}" type="pres">
      <dgm:prSet presAssocID="{4E84E27C-282C-47A2-B21A-87D5655BBFC4}" presName="sibTrans" presStyleCnt="0"/>
      <dgm:spPr/>
    </dgm:pt>
    <dgm:pt modelId="{F5C8A286-1E0C-4E52-8CD3-8F59F9205321}" type="pres">
      <dgm:prSet presAssocID="{35833B14-922F-4E2A-A099-8BAA61CCB2F7}" presName="node" presStyleLbl="node1" presStyleIdx="3" presStyleCnt="4">
        <dgm:presLayoutVars>
          <dgm:bulletEnabled val="1"/>
        </dgm:presLayoutVars>
      </dgm:prSet>
      <dgm:spPr/>
    </dgm:pt>
  </dgm:ptLst>
  <dgm:cxnLst>
    <dgm:cxn modelId="{7354D21A-52AA-48D1-ACE3-3FB59960F96F}" type="presOf" srcId="{35833B14-922F-4E2A-A099-8BAA61CCB2F7}" destId="{F5C8A286-1E0C-4E52-8CD3-8F59F9205321}" srcOrd="0" destOrd="0" presId="urn:microsoft.com/office/officeart/2005/8/layout/default"/>
    <dgm:cxn modelId="{DAA43627-7220-4EF0-9602-38EB0FF8F8F8}" srcId="{3AC9AE68-2BC7-4887-8AED-0941DC4CC0C6}" destId="{F1B8DB1C-CA96-4B27-9F59-C624910B5A9A}" srcOrd="0" destOrd="0" parTransId="{102E417B-8A7D-4EEC-92BB-53F8F0E3F9A1}" sibTransId="{3D422A57-641B-4909-8BFA-1CEFE2119098}"/>
    <dgm:cxn modelId="{9542382B-2272-487D-B014-9860F9DF8D6A}" type="presOf" srcId="{3AC9AE68-2BC7-4887-8AED-0941DC4CC0C6}" destId="{49D39821-698E-481B-95D2-E74D07E2D83B}" srcOrd="0" destOrd="0" presId="urn:microsoft.com/office/officeart/2005/8/layout/default"/>
    <dgm:cxn modelId="{83B6083B-69B9-4754-A8A2-6F0F84EB3E93}" type="presOf" srcId="{F1B8DB1C-CA96-4B27-9F59-C624910B5A9A}" destId="{7062D094-4A2F-4E71-B8A2-12898C95B33F}" srcOrd="0" destOrd="0" presId="urn:microsoft.com/office/officeart/2005/8/layout/default"/>
    <dgm:cxn modelId="{848E5E7E-B093-45DD-A659-200B41538FA1}" type="presOf" srcId="{1844F205-7415-49BA-BBAB-EB2E3B925564}" destId="{51104FE0-7AC0-4B41-9130-9D56AE96F8DB}" srcOrd="0" destOrd="0" presId="urn:microsoft.com/office/officeart/2005/8/layout/default"/>
    <dgm:cxn modelId="{47B5E0A0-EC03-467E-A0DD-065CFAB75E0C}" srcId="{3AC9AE68-2BC7-4887-8AED-0941DC4CC0C6}" destId="{1844F205-7415-49BA-BBAB-EB2E3B925564}" srcOrd="1" destOrd="0" parTransId="{F1307600-9167-447F-8808-E3E37E99B577}" sibTransId="{098C08B6-68F1-4A73-BEAB-5A22FF798589}"/>
    <dgm:cxn modelId="{32CABDB9-8FFE-49D2-9BD2-1C3B51A2359D}" srcId="{3AC9AE68-2BC7-4887-8AED-0941DC4CC0C6}" destId="{3BE22889-DD4E-4D0E-B199-1FFFB146278E}" srcOrd="2" destOrd="0" parTransId="{7049A08A-7DDA-461A-8E0F-2F87367C7FEE}" sibTransId="{4E84E27C-282C-47A2-B21A-87D5655BBFC4}"/>
    <dgm:cxn modelId="{42E2C5EE-FCED-4F75-8840-7DBDB8B317A1}" type="presOf" srcId="{3BE22889-DD4E-4D0E-B199-1FFFB146278E}" destId="{0ED74119-E984-487A-92C6-278B80E51064}" srcOrd="0" destOrd="0" presId="urn:microsoft.com/office/officeart/2005/8/layout/default"/>
    <dgm:cxn modelId="{3A987CF0-10DF-4CC0-97EF-A5EC88754239}" srcId="{3AC9AE68-2BC7-4887-8AED-0941DC4CC0C6}" destId="{35833B14-922F-4E2A-A099-8BAA61CCB2F7}" srcOrd="3" destOrd="0" parTransId="{F2CE115A-AE78-4F0B-BD8B-E25FCDEEC2B7}" sibTransId="{E5BF7A35-2A0C-4857-BF15-D906D0045C3D}"/>
    <dgm:cxn modelId="{D5D38301-3177-4153-8753-214B04D3C921}" type="presParOf" srcId="{49D39821-698E-481B-95D2-E74D07E2D83B}" destId="{7062D094-4A2F-4E71-B8A2-12898C95B33F}" srcOrd="0" destOrd="0" presId="urn:microsoft.com/office/officeart/2005/8/layout/default"/>
    <dgm:cxn modelId="{3B48CA5B-5883-4A43-A5D4-024943E8606A}" type="presParOf" srcId="{49D39821-698E-481B-95D2-E74D07E2D83B}" destId="{D69184B7-469A-4B79-A9F1-9C80A3182B34}" srcOrd="1" destOrd="0" presId="urn:microsoft.com/office/officeart/2005/8/layout/default"/>
    <dgm:cxn modelId="{6A3078B5-3376-4832-8FDA-51FF136D8892}" type="presParOf" srcId="{49D39821-698E-481B-95D2-E74D07E2D83B}" destId="{51104FE0-7AC0-4B41-9130-9D56AE96F8DB}" srcOrd="2" destOrd="0" presId="urn:microsoft.com/office/officeart/2005/8/layout/default"/>
    <dgm:cxn modelId="{6FA6468E-0719-428D-A430-69F4EEEB7E78}" type="presParOf" srcId="{49D39821-698E-481B-95D2-E74D07E2D83B}" destId="{2E686B06-DF5F-4986-8625-6535B3E1C2DF}" srcOrd="3" destOrd="0" presId="urn:microsoft.com/office/officeart/2005/8/layout/default"/>
    <dgm:cxn modelId="{52B8A17C-4516-4260-B16C-FCBB8565B44D}" type="presParOf" srcId="{49D39821-698E-481B-95D2-E74D07E2D83B}" destId="{0ED74119-E984-487A-92C6-278B80E51064}" srcOrd="4" destOrd="0" presId="urn:microsoft.com/office/officeart/2005/8/layout/default"/>
    <dgm:cxn modelId="{159C8AF4-E29F-4581-8ACD-60DE5C7C7668}" type="presParOf" srcId="{49D39821-698E-481B-95D2-E74D07E2D83B}" destId="{0BDA6B46-379B-463F-A22F-018D2C05EF82}" srcOrd="5" destOrd="0" presId="urn:microsoft.com/office/officeart/2005/8/layout/default"/>
    <dgm:cxn modelId="{D9A87651-7E79-4200-9E87-78A6B65E063F}" type="presParOf" srcId="{49D39821-698E-481B-95D2-E74D07E2D83B}" destId="{F5C8A286-1E0C-4E52-8CD3-8F59F9205321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1032D50A-331D-4FA7-9F00-8F37733B493B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C66EA74F-7652-4773-9D04-D711F82ACDF8}">
      <dgm:prSet/>
      <dgm:spPr/>
      <dgm:t>
        <a:bodyPr/>
        <a:lstStyle/>
        <a:p>
          <a:r>
            <a:rPr lang="en-US"/>
            <a:t>Task Analytics: Visualizing productivity trends.</a:t>
          </a:r>
        </a:p>
      </dgm:t>
    </dgm:pt>
    <dgm:pt modelId="{046504F3-DBF8-4890-A5BC-4F5511CDA924}" type="parTrans" cxnId="{D4EF243A-9D6C-4C47-9B3E-76F446B44455}">
      <dgm:prSet/>
      <dgm:spPr/>
      <dgm:t>
        <a:bodyPr/>
        <a:lstStyle/>
        <a:p>
          <a:endParaRPr lang="en-US"/>
        </a:p>
      </dgm:t>
    </dgm:pt>
    <dgm:pt modelId="{905C220C-B999-4CD6-9A6A-7B06CCF5CF07}" type="sibTrans" cxnId="{D4EF243A-9D6C-4C47-9B3E-76F446B44455}">
      <dgm:prSet/>
      <dgm:spPr/>
      <dgm:t>
        <a:bodyPr/>
        <a:lstStyle/>
        <a:p>
          <a:endParaRPr lang="en-US"/>
        </a:p>
      </dgm:t>
    </dgm:pt>
    <dgm:pt modelId="{D68E6BDA-D934-4642-A1D0-E3277550906F}">
      <dgm:prSet/>
      <dgm:spPr/>
      <dgm:t>
        <a:bodyPr/>
        <a:lstStyle/>
        <a:p>
          <a:r>
            <a:rPr lang="en-US"/>
            <a:t>Collaboration: Group tasks and shared lists.</a:t>
          </a:r>
        </a:p>
      </dgm:t>
    </dgm:pt>
    <dgm:pt modelId="{90CEB0BB-77C0-45F5-BF4A-CA86E1D4E186}" type="parTrans" cxnId="{E50468D1-4332-4FCC-AABE-1F1B71EBE87A}">
      <dgm:prSet/>
      <dgm:spPr/>
      <dgm:t>
        <a:bodyPr/>
        <a:lstStyle/>
        <a:p>
          <a:endParaRPr lang="en-US"/>
        </a:p>
      </dgm:t>
    </dgm:pt>
    <dgm:pt modelId="{3EB14E91-0F90-4A67-9566-C4F875AB87D7}" type="sibTrans" cxnId="{E50468D1-4332-4FCC-AABE-1F1B71EBE87A}">
      <dgm:prSet/>
      <dgm:spPr/>
      <dgm:t>
        <a:bodyPr/>
        <a:lstStyle/>
        <a:p>
          <a:endParaRPr lang="en-US"/>
        </a:p>
      </dgm:t>
    </dgm:pt>
    <dgm:pt modelId="{89088743-C7B3-4A7B-BC4B-B6C44E31688A}">
      <dgm:prSet/>
      <dgm:spPr/>
      <dgm:t>
        <a:bodyPr/>
        <a:lstStyle/>
        <a:p>
          <a:r>
            <a:rPr lang="en-US"/>
            <a:t>Cloud Backup: Exporting tasks to CSV or PDF.</a:t>
          </a:r>
        </a:p>
      </dgm:t>
    </dgm:pt>
    <dgm:pt modelId="{ED54E7C7-66B9-4E18-93D5-A1A0852B8742}" type="parTrans" cxnId="{2C35D7CE-1B97-41C3-A087-E3454296E004}">
      <dgm:prSet/>
      <dgm:spPr/>
      <dgm:t>
        <a:bodyPr/>
        <a:lstStyle/>
        <a:p>
          <a:endParaRPr lang="en-US"/>
        </a:p>
      </dgm:t>
    </dgm:pt>
    <dgm:pt modelId="{EA0C14E9-874C-4F34-8A1F-D647B74D0727}" type="sibTrans" cxnId="{2C35D7CE-1B97-41C3-A087-E3454296E004}">
      <dgm:prSet/>
      <dgm:spPr/>
      <dgm:t>
        <a:bodyPr/>
        <a:lstStyle/>
        <a:p>
          <a:endParaRPr lang="en-US"/>
        </a:p>
      </dgm:t>
    </dgm:pt>
    <dgm:pt modelId="{6B9776B3-6343-4925-A254-77B1F26C4042}">
      <dgm:prSet/>
      <dgm:spPr/>
      <dgm:t>
        <a:bodyPr/>
        <a:lstStyle/>
        <a:p>
          <a:r>
            <a:rPr lang="en-US"/>
            <a:t>Integration with University LMS (Learning Management Systems).</a:t>
          </a:r>
        </a:p>
      </dgm:t>
    </dgm:pt>
    <dgm:pt modelId="{C3C7C19F-9F04-496B-9FAD-FD09D5628176}" type="parTrans" cxnId="{29CA40A1-C0CB-47DF-9653-1ECAA07EA7AB}">
      <dgm:prSet/>
      <dgm:spPr/>
      <dgm:t>
        <a:bodyPr/>
        <a:lstStyle/>
        <a:p>
          <a:endParaRPr lang="en-US"/>
        </a:p>
      </dgm:t>
    </dgm:pt>
    <dgm:pt modelId="{D8C2BACE-5B25-43FB-9483-C0E31FDD0AD8}" type="sibTrans" cxnId="{29CA40A1-C0CB-47DF-9653-1ECAA07EA7AB}">
      <dgm:prSet/>
      <dgm:spPr/>
      <dgm:t>
        <a:bodyPr/>
        <a:lstStyle/>
        <a:p>
          <a:endParaRPr lang="en-US"/>
        </a:p>
      </dgm:t>
    </dgm:pt>
    <dgm:pt modelId="{ABC98A53-FC25-4943-AD96-41D932420313}" type="pres">
      <dgm:prSet presAssocID="{1032D50A-331D-4FA7-9F00-8F37733B493B}" presName="root" presStyleCnt="0">
        <dgm:presLayoutVars>
          <dgm:dir/>
          <dgm:resizeHandles val="exact"/>
        </dgm:presLayoutVars>
      </dgm:prSet>
      <dgm:spPr/>
    </dgm:pt>
    <dgm:pt modelId="{8D65A158-2FE4-4022-8518-165DF967FF18}" type="pres">
      <dgm:prSet presAssocID="{1032D50A-331D-4FA7-9F00-8F37733B493B}" presName="container" presStyleCnt="0">
        <dgm:presLayoutVars>
          <dgm:dir/>
          <dgm:resizeHandles val="exact"/>
        </dgm:presLayoutVars>
      </dgm:prSet>
      <dgm:spPr/>
    </dgm:pt>
    <dgm:pt modelId="{E276CF6A-09BA-46FD-985F-54682EE630C2}" type="pres">
      <dgm:prSet presAssocID="{C66EA74F-7652-4773-9D04-D711F82ACDF8}" presName="compNode" presStyleCnt="0"/>
      <dgm:spPr/>
    </dgm:pt>
    <dgm:pt modelId="{4552AACE-44CF-4226-8C53-F12BE758E333}" type="pres">
      <dgm:prSet presAssocID="{C66EA74F-7652-4773-9D04-D711F82ACDF8}" presName="iconBgRect" presStyleLbl="bgShp" presStyleIdx="0" presStyleCnt="4"/>
      <dgm:spPr/>
    </dgm:pt>
    <dgm:pt modelId="{E82C58BA-BC42-49EC-B5D1-7D98BB1D9E75}" type="pres">
      <dgm:prSet presAssocID="{C66EA74F-7652-4773-9D04-D711F82ACDF8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10A7E51C-E69C-45E9-9CD6-39140096FD88}" type="pres">
      <dgm:prSet presAssocID="{C66EA74F-7652-4773-9D04-D711F82ACDF8}" presName="spaceRect" presStyleCnt="0"/>
      <dgm:spPr/>
    </dgm:pt>
    <dgm:pt modelId="{0C70C7EA-8481-42D6-A1CC-55C42DC42EDB}" type="pres">
      <dgm:prSet presAssocID="{C66EA74F-7652-4773-9D04-D711F82ACDF8}" presName="textRect" presStyleLbl="revTx" presStyleIdx="0" presStyleCnt="4">
        <dgm:presLayoutVars>
          <dgm:chMax val="1"/>
          <dgm:chPref val="1"/>
        </dgm:presLayoutVars>
      </dgm:prSet>
      <dgm:spPr/>
    </dgm:pt>
    <dgm:pt modelId="{A2F04143-FD2C-443E-B7DD-F0BDDFD033E2}" type="pres">
      <dgm:prSet presAssocID="{905C220C-B999-4CD6-9A6A-7B06CCF5CF07}" presName="sibTrans" presStyleLbl="sibTrans2D1" presStyleIdx="0" presStyleCnt="0"/>
      <dgm:spPr/>
    </dgm:pt>
    <dgm:pt modelId="{4ED962E6-8F1F-4D11-B7BB-FD287D2BB5C2}" type="pres">
      <dgm:prSet presAssocID="{D68E6BDA-D934-4642-A1D0-E3277550906F}" presName="compNode" presStyleCnt="0"/>
      <dgm:spPr/>
    </dgm:pt>
    <dgm:pt modelId="{0DA71AD2-68CB-49F1-A631-DDBBFD2E15B7}" type="pres">
      <dgm:prSet presAssocID="{D68E6BDA-D934-4642-A1D0-E3277550906F}" presName="iconBgRect" presStyleLbl="bgShp" presStyleIdx="1" presStyleCnt="4"/>
      <dgm:spPr/>
    </dgm:pt>
    <dgm:pt modelId="{6C26658C-0E37-4A79-AD7A-FDB3206AFAA7}" type="pres">
      <dgm:prSet presAssocID="{D68E6BDA-D934-4642-A1D0-E3277550906F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4E94093F-9C37-48A2-A1C0-9F280197EDD6}" type="pres">
      <dgm:prSet presAssocID="{D68E6BDA-D934-4642-A1D0-E3277550906F}" presName="spaceRect" presStyleCnt="0"/>
      <dgm:spPr/>
    </dgm:pt>
    <dgm:pt modelId="{22D53C87-97FD-4368-AF82-21C6DAE4DB8D}" type="pres">
      <dgm:prSet presAssocID="{D68E6BDA-D934-4642-A1D0-E3277550906F}" presName="textRect" presStyleLbl="revTx" presStyleIdx="1" presStyleCnt="4">
        <dgm:presLayoutVars>
          <dgm:chMax val="1"/>
          <dgm:chPref val="1"/>
        </dgm:presLayoutVars>
      </dgm:prSet>
      <dgm:spPr/>
    </dgm:pt>
    <dgm:pt modelId="{4A96FB38-B679-46FF-B742-D0E0C0971126}" type="pres">
      <dgm:prSet presAssocID="{3EB14E91-0F90-4A67-9566-C4F875AB87D7}" presName="sibTrans" presStyleLbl="sibTrans2D1" presStyleIdx="0" presStyleCnt="0"/>
      <dgm:spPr/>
    </dgm:pt>
    <dgm:pt modelId="{7B611918-21B7-4A17-B631-B7A9210D637D}" type="pres">
      <dgm:prSet presAssocID="{89088743-C7B3-4A7B-BC4B-B6C44E31688A}" presName="compNode" presStyleCnt="0"/>
      <dgm:spPr/>
    </dgm:pt>
    <dgm:pt modelId="{5912FA03-2C06-4576-91B9-240C8DC7CB37}" type="pres">
      <dgm:prSet presAssocID="{89088743-C7B3-4A7B-BC4B-B6C44E31688A}" presName="iconBgRect" presStyleLbl="bgShp" presStyleIdx="2" presStyleCnt="4"/>
      <dgm:spPr/>
    </dgm:pt>
    <dgm:pt modelId="{2A6FF2EE-8FCE-4111-8239-00DF4884229B}" type="pres">
      <dgm:prSet presAssocID="{89088743-C7B3-4A7B-BC4B-B6C44E31688A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B73CFD0D-573B-4E5B-995A-8256CFEC13CA}" type="pres">
      <dgm:prSet presAssocID="{89088743-C7B3-4A7B-BC4B-B6C44E31688A}" presName="spaceRect" presStyleCnt="0"/>
      <dgm:spPr/>
    </dgm:pt>
    <dgm:pt modelId="{2CDB2DB9-B113-4690-9DA0-CF81C937E1A2}" type="pres">
      <dgm:prSet presAssocID="{89088743-C7B3-4A7B-BC4B-B6C44E31688A}" presName="textRect" presStyleLbl="revTx" presStyleIdx="2" presStyleCnt="4">
        <dgm:presLayoutVars>
          <dgm:chMax val="1"/>
          <dgm:chPref val="1"/>
        </dgm:presLayoutVars>
      </dgm:prSet>
      <dgm:spPr/>
    </dgm:pt>
    <dgm:pt modelId="{458F6CA0-8853-48DC-8CC6-676E4948D45D}" type="pres">
      <dgm:prSet presAssocID="{EA0C14E9-874C-4F34-8A1F-D647B74D0727}" presName="sibTrans" presStyleLbl="sibTrans2D1" presStyleIdx="0" presStyleCnt="0"/>
      <dgm:spPr/>
    </dgm:pt>
    <dgm:pt modelId="{2F1E7E2A-BF8C-4DCE-8F6F-E9D641A6D3BC}" type="pres">
      <dgm:prSet presAssocID="{6B9776B3-6343-4925-A254-77B1F26C4042}" presName="compNode" presStyleCnt="0"/>
      <dgm:spPr/>
    </dgm:pt>
    <dgm:pt modelId="{1092E466-61EF-4BAC-B8D3-4BFD52FF4F5E}" type="pres">
      <dgm:prSet presAssocID="{6B9776B3-6343-4925-A254-77B1F26C4042}" presName="iconBgRect" presStyleLbl="bgShp" presStyleIdx="3" presStyleCnt="4"/>
      <dgm:spPr/>
    </dgm:pt>
    <dgm:pt modelId="{7C4CAA5A-74BF-45DD-BA66-6A7BFFDFDAF1}" type="pres">
      <dgm:prSet presAssocID="{6B9776B3-6343-4925-A254-77B1F26C4042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 Network"/>
        </a:ext>
      </dgm:extLst>
    </dgm:pt>
    <dgm:pt modelId="{18C3CAA2-1D6A-457C-8D37-A54B51724410}" type="pres">
      <dgm:prSet presAssocID="{6B9776B3-6343-4925-A254-77B1F26C4042}" presName="spaceRect" presStyleCnt="0"/>
      <dgm:spPr/>
    </dgm:pt>
    <dgm:pt modelId="{124A5ED8-3168-4BD1-939D-5E15E2BA16EE}" type="pres">
      <dgm:prSet presAssocID="{6B9776B3-6343-4925-A254-77B1F26C404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9828EA06-B216-467A-8337-6EC85CB5BB28}" type="presOf" srcId="{3EB14E91-0F90-4A67-9566-C4F875AB87D7}" destId="{4A96FB38-B679-46FF-B742-D0E0C0971126}" srcOrd="0" destOrd="0" presId="urn:microsoft.com/office/officeart/2018/2/layout/IconCircleList"/>
    <dgm:cxn modelId="{87A08F15-5A78-481B-8F45-F50599C6C6EE}" type="presOf" srcId="{1032D50A-331D-4FA7-9F00-8F37733B493B}" destId="{ABC98A53-FC25-4943-AD96-41D932420313}" srcOrd="0" destOrd="0" presId="urn:microsoft.com/office/officeart/2018/2/layout/IconCircleList"/>
    <dgm:cxn modelId="{51549C30-3102-49DB-98BC-AC9CF22A3F08}" type="presOf" srcId="{905C220C-B999-4CD6-9A6A-7B06CCF5CF07}" destId="{A2F04143-FD2C-443E-B7DD-F0BDDFD033E2}" srcOrd="0" destOrd="0" presId="urn:microsoft.com/office/officeart/2018/2/layout/IconCircleList"/>
    <dgm:cxn modelId="{D4EF243A-9D6C-4C47-9B3E-76F446B44455}" srcId="{1032D50A-331D-4FA7-9F00-8F37733B493B}" destId="{C66EA74F-7652-4773-9D04-D711F82ACDF8}" srcOrd="0" destOrd="0" parTransId="{046504F3-DBF8-4890-A5BC-4F5511CDA924}" sibTransId="{905C220C-B999-4CD6-9A6A-7B06CCF5CF07}"/>
    <dgm:cxn modelId="{CCAE036C-417F-4795-A756-95AEF3F52A23}" type="presOf" srcId="{C66EA74F-7652-4773-9D04-D711F82ACDF8}" destId="{0C70C7EA-8481-42D6-A1CC-55C42DC42EDB}" srcOrd="0" destOrd="0" presId="urn:microsoft.com/office/officeart/2018/2/layout/IconCircleList"/>
    <dgm:cxn modelId="{BBA59B54-4138-4166-A3AE-FDC9B4EE43D9}" type="presOf" srcId="{6B9776B3-6343-4925-A254-77B1F26C4042}" destId="{124A5ED8-3168-4BD1-939D-5E15E2BA16EE}" srcOrd="0" destOrd="0" presId="urn:microsoft.com/office/officeart/2018/2/layout/IconCircleList"/>
    <dgm:cxn modelId="{F6FA7676-D85D-4E12-9AFB-FDC3B1E6DDF9}" type="presOf" srcId="{89088743-C7B3-4A7B-BC4B-B6C44E31688A}" destId="{2CDB2DB9-B113-4690-9DA0-CF81C937E1A2}" srcOrd="0" destOrd="0" presId="urn:microsoft.com/office/officeart/2018/2/layout/IconCircleList"/>
    <dgm:cxn modelId="{BD87157B-9190-427D-B2CC-E9470B750760}" type="presOf" srcId="{EA0C14E9-874C-4F34-8A1F-D647B74D0727}" destId="{458F6CA0-8853-48DC-8CC6-676E4948D45D}" srcOrd="0" destOrd="0" presId="urn:microsoft.com/office/officeart/2018/2/layout/IconCircleList"/>
    <dgm:cxn modelId="{F590FD9A-4F9B-45EB-81FE-24BB80567CE7}" type="presOf" srcId="{D68E6BDA-D934-4642-A1D0-E3277550906F}" destId="{22D53C87-97FD-4368-AF82-21C6DAE4DB8D}" srcOrd="0" destOrd="0" presId="urn:microsoft.com/office/officeart/2018/2/layout/IconCircleList"/>
    <dgm:cxn modelId="{29CA40A1-C0CB-47DF-9653-1ECAA07EA7AB}" srcId="{1032D50A-331D-4FA7-9F00-8F37733B493B}" destId="{6B9776B3-6343-4925-A254-77B1F26C4042}" srcOrd="3" destOrd="0" parTransId="{C3C7C19F-9F04-496B-9FAD-FD09D5628176}" sibTransId="{D8C2BACE-5B25-43FB-9483-C0E31FDD0AD8}"/>
    <dgm:cxn modelId="{2C35D7CE-1B97-41C3-A087-E3454296E004}" srcId="{1032D50A-331D-4FA7-9F00-8F37733B493B}" destId="{89088743-C7B3-4A7B-BC4B-B6C44E31688A}" srcOrd="2" destOrd="0" parTransId="{ED54E7C7-66B9-4E18-93D5-A1A0852B8742}" sibTransId="{EA0C14E9-874C-4F34-8A1F-D647B74D0727}"/>
    <dgm:cxn modelId="{E50468D1-4332-4FCC-AABE-1F1B71EBE87A}" srcId="{1032D50A-331D-4FA7-9F00-8F37733B493B}" destId="{D68E6BDA-D934-4642-A1D0-E3277550906F}" srcOrd="1" destOrd="0" parTransId="{90CEB0BB-77C0-45F5-BF4A-CA86E1D4E186}" sibTransId="{3EB14E91-0F90-4A67-9566-C4F875AB87D7}"/>
    <dgm:cxn modelId="{45D9F46C-FCCC-4BD7-9C0D-DE1A33BD5447}" type="presParOf" srcId="{ABC98A53-FC25-4943-AD96-41D932420313}" destId="{8D65A158-2FE4-4022-8518-165DF967FF18}" srcOrd="0" destOrd="0" presId="urn:microsoft.com/office/officeart/2018/2/layout/IconCircleList"/>
    <dgm:cxn modelId="{2F4C642E-38CB-4613-89B5-7A85C8A13905}" type="presParOf" srcId="{8D65A158-2FE4-4022-8518-165DF967FF18}" destId="{E276CF6A-09BA-46FD-985F-54682EE630C2}" srcOrd="0" destOrd="0" presId="urn:microsoft.com/office/officeart/2018/2/layout/IconCircleList"/>
    <dgm:cxn modelId="{2D7F3C98-81FF-4BCA-9061-4A48364526AC}" type="presParOf" srcId="{E276CF6A-09BA-46FD-985F-54682EE630C2}" destId="{4552AACE-44CF-4226-8C53-F12BE758E333}" srcOrd="0" destOrd="0" presId="urn:microsoft.com/office/officeart/2018/2/layout/IconCircleList"/>
    <dgm:cxn modelId="{F39D0381-7D4E-42A6-9F7B-A3913DE09E50}" type="presParOf" srcId="{E276CF6A-09BA-46FD-985F-54682EE630C2}" destId="{E82C58BA-BC42-49EC-B5D1-7D98BB1D9E75}" srcOrd="1" destOrd="0" presId="urn:microsoft.com/office/officeart/2018/2/layout/IconCircleList"/>
    <dgm:cxn modelId="{2C1A2672-1AD5-410E-9225-45AAA7D6C432}" type="presParOf" srcId="{E276CF6A-09BA-46FD-985F-54682EE630C2}" destId="{10A7E51C-E69C-45E9-9CD6-39140096FD88}" srcOrd="2" destOrd="0" presId="urn:microsoft.com/office/officeart/2018/2/layout/IconCircleList"/>
    <dgm:cxn modelId="{A6B0D9C4-60ED-4EE0-B9CB-B97A3902C8B1}" type="presParOf" srcId="{E276CF6A-09BA-46FD-985F-54682EE630C2}" destId="{0C70C7EA-8481-42D6-A1CC-55C42DC42EDB}" srcOrd="3" destOrd="0" presId="urn:microsoft.com/office/officeart/2018/2/layout/IconCircleList"/>
    <dgm:cxn modelId="{E85DC151-F6E6-40CB-A415-405E61E1E4EF}" type="presParOf" srcId="{8D65A158-2FE4-4022-8518-165DF967FF18}" destId="{A2F04143-FD2C-443E-B7DD-F0BDDFD033E2}" srcOrd="1" destOrd="0" presId="urn:microsoft.com/office/officeart/2018/2/layout/IconCircleList"/>
    <dgm:cxn modelId="{CE58089E-CD1A-4EBE-8F73-53715D1AA576}" type="presParOf" srcId="{8D65A158-2FE4-4022-8518-165DF967FF18}" destId="{4ED962E6-8F1F-4D11-B7BB-FD287D2BB5C2}" srcOrd="2" destOrd="0" presId="urn:microsoft.com/office/officeart/2018/2/layout/IconCircleList"/>
    <dgm:cxn modelId="{8CE0AA96-E152-4592-9A80-42B33002885B}" type="presParOf" srcId="{4ED962E6-8F1F-4D11-B7BB-FD287D2BB5C2}" destId="{0DA71AD2-68CB-49F1-A631-DDBBFD2E15B7}" srcOrd="0" destOrd="0" presId="urn:microsoft.com/office/officeart/2018/2/layout/IconCircleList"/>
    <dgm:cxn modelId="{54747B22-B950-404A-B816-7359262BDF9C}" type="presParOf" srcId="{4ED962E6-8F1F-4D11-B7BB-FD287D2BB5C2}" destId="{6C26658C-0E37-4A79-AD7A-FDB3206AFAA7}" srcOrd="1" destOrd="0" presId="urn:microsoft.com/office/officeart/2018/2/layout/IconCircleList"/>
    <dgm:cxn modelId="{821E05AC-81D6-47BD-B798-0A048C26A9B7}" type="presParOf" srcId="{4ED962E6-8F1F-4D11-B7BB-FD287D2BB5C2}" destId="{4E94093F-9C37-48A2-A1C0-9F280197EDD6}" srcOrd="2" destOrd="0" presId="urn:microsoft.com/office/officeart/2018/2/layout/IconCircleList"/>
    <dgm:cxn modelId="{A889E506-08CE-4A1C-B3C7-87BE764AB2A6}" type="presParOf" srcId="{4ED962E6-8F1F-4D11-B7BB-FD287D2BB5C2}" destId="{22D53C87-97FD-4368-AF82-21C6DAE4DB8D}" srcOrd="3" destOrd="0" presId="urn:microsoft.com/office/officeart/2018/2/layout/IconCircleList"/>
    <dgm:cxn modelId="{C7A5FD83-58F3-47B5-8C72-AD4101FC5A77}" type="presParOf" srcId="{8D65A158-2FE4-4022-8518-165DF967FF18}" destId="{4A96FB38-B679-46FF-B742-D0E0C0971126}" srcOrd="3" destOrd="0" presId="urn:microsoft.com/office/officeart/2018/2/layout/IconCircleList"/>
    <dgm:cxn modelId="{5169BEC6-BCCF-4F02-814B-D298968866B1}" type="presParOf" srcId="{8D65A158-2FE4-4022-8518-165DF967FF18}" destId="{7B611918-21B7-4A17-B631-B7A9210D637D}" srcOrd="4" destOrd="0" presId="urn:microsoft.com/office/officeart/2018/2/layout/IconCircleList"/>
    <dgm:cxn modelId="{2A7FA972-602C-470C-8943-6B53DADEB6F4}" type="presParOf" srcId="{7B611918-21B7-4A17-B631-B7A9210D637D}" destId="{5912FA03-2C06-4576-91B9-240C8DC7CB37}" srcOrd="0" destOrd="0" presId="urn:microsoft.com/office/officeart/2018/2/layout/IconCircleList"/>
    <dgm:cxn modelId="{6C3E8105-35E7-4570-8A97-A4B11C60103A}" type="presParOf" srcId="{7B611918-21B7-4A17-B631-B7A9210D637D}" destId="{2A6FF2EE-8FCE-4111-8239-00DF4884229B}" srcOrd="1" destOrd="0" presId="urn:microsoft.com/office/officeart/2018/2/layout/IconCircleList"/>
    <dgm:cxn modelId="{E7067E2D-9829-4539-A93E-6BEDC5EF1A24}" type="presParOf" srcId="{7B611918-21B7-4A17-B631-B7A9210D637D}" destId="{B73CFD0D-573B-4E5B-995A-8256CFEC13CA}" srcOrd="2" destOrd="0" presId="urn:microsoft.com/office/officeart/2018/2/layout/IconCircleList"/>
    <dgm:cxn modelId="{B5ECD957-BFBC-4F0C-968D-D0339664BFE0}" type="presParOf" srcId="{7B611918-21B7-4A17-B631-B7A9210D637D}" destId="{2CDB2DB9-B113-4690-9DA0-CF81C937E1A2}" srcOrd="3" destOrd="0" presId="urn:microsoft.com/office/officeart/2018/2/layout/IconCircleList"/>
    <dgm:cxn modelId="{481BDBD6-C825-4CA4-AE60-3CA53996B000}" type="presParOf" srcId="{8D65A158-2FE4-4022-8518-165DF967FF18}" destId="{458F6CA0-8853-48DC-8CC6-676E4948D45D}" srcOrd="5" destOrd="0" presId="urn:microsoft.com/office/officeart/2018/2/layout/IconCircleList"/>
    <dgm:cxn modelId="{4B1C19E5-3B3C-4B22-B709-7C5D6EAA0175}" type="presParOf" srcId="{8D65A158-2FE4-4022-8518-165DF967FF18}" destId="{2F1E7E2A-BF8C-4DCE-8F6F-E9D641A6D3BC}" srcOrd="6" destOrd="0" presId="urn:microsoft.com/office/officeart/2018/2/layout/IconCircleList"/>
    <dgm:cxn modelId="{3C3828C7-ED8F-4ED8-92C8-6EA1C850EF01}" type="presParOf" srcId="{2F1E7E2A-BF8C-4DCE-8F6F-E9D641A6D3BC}" destId="{1092E466-61EF-4BAC-B8D3-4BFD52FF4F5E}" srcOrd="0" destOrd="0" presId="urn:microsoft.com/office/officeart/2018/2/layout/IconCircleList"/>
    <dgm:cxn modelId="{E2AEA569-848C-41E7-9B4A-AE4C57476A3F}" type="presParOf" srcId="{2F1E7E2A-BF8C-4DCE-8F6F-E9D641A6D3BC}" destId="{7C4CAA5A-74BF-45DD-BA66-6A7BFFDFDAF1}" srcOrd="1" destOrd="0" presId="urn:microsoft.com/office/officeart/2018/2/layout/IconCircleList"/>
    <dgm:cxn modelId="{814C4481-F5C3-4A32-B584-431DD2A7EF08}" type="presParOf" srcId="{2F1E7E2A-BF8C-4DCE-8F6F-E9D641A6D3BC}" destId="{18C3CAA2-1D6A-457C-8D37-A54B51724410}" srcOrd="2" destOrd="0" presId="urn:microsoft.com/office/officeart/2018/2/layout/IconCircleList"/>
    <dgm:cxn modelId="{551C801B-A652-4F31-8B96-F5B2A969E4FF}" type="presParOf" srcId="{2F1E7E2A-BF8C-4DCE-8F6F-E9D641A6D3BC}" destId="{124A5ED8-3168-4BD1-939D-5E15E2BA16EE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5B4A5F-4501-4790-A0EB-D7724AFA4490}">
      <dsp:nvSpPr>
        <dsp:cNvPr id="0" name=""/>
        <dsp:cNvSpPr/>
      </dsp:nvSpPr>
      <dsp:spPr>
        <a:xfrm>
          <a:off x="481140" y="1304654"/>
          <a:ext cx="783896" cy="78389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2C6BB9-BEB4-46BF-99E6-4BB76623EC47}">
      <dsp:nvSpPr>
        <dsp:cNvPr id="0" name=""/>
        <dsp:cNvSpPr/>
      </dsp:nvSpPr>
      <dsp:spPr>
        <a:xfrm>
          <a:off x="2092" y="2349886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 comprehensive Flutter application designed for student productivity.</a:t>
          </a:r>
        </a:p>
      </dsp:txBody>
      <dsp:txXfrm>
        <a:off x="2092" y="2349886"/>
        <a:ext cx="1741992" cy="696796"/>
      </dsp:txXfrm>
    </dsp:sp>
    <dsp:sp modelId="{35B4A693-DBA4-4BE4-94F5-0220284A9716}">
      <dsp:nvSpPr>
        <dsp:cNvPr id="0" name=""/>
        <dsp:cNvSpPr/>
      </dsp:nvSpPr>
      <dsp:spPr>
        <a:xfrm>
          <a:off x="2527981" y="1304654"/>
          <a:ext cx="783896" cy="78389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48A3BC-30A4-40F0-BACC-97F880B77CA4}">
      <dsp:nvSpPr>
        <dsp:cNvPr id="0" name=""/>
        <dsp:cNvSpPr/>
      </dsp:nvSpPr>
      <dsp:spPr>
        <a:xfrm>
          <a:off x="2048933" y="2349886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Focuses on task management, priority tracking, and automated reminders.</a:t>
          </a:r>
        </a:p>
      </dsp:txBody>
      <dsp:txXfrm>
        <a:off x="2048933" y="2349886"/>
        <a:ext cx="1741992" cy="696796"/>
      </dsp:txXfrm>
    </dsp:sp>
    <dsp:sp modelId="{18771863-932D-418C-B98A-4B7AD7B76EB9}">
      <dsp:nvSpPr>
        <dsp:cNvPr id="0" name=""/>
        <dsp:cNvSpPr/>
      </dsp:nvSpPr>
      <dsp:spPr>
        <a:xfrm>
          <a:off x="4574822" y="1304654"/>
          <a:ext cx="783896" cy="78389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943A83-0BA9-47AB-B810-6B804FBE18BE}">
      <dsp:nvSpPr>
        <dsp:cNvPr id="0" name=""/>
        <dsp:cNvSpPr/>
      </dsp:nvSpPr>
      <dsp:spPr>
        <a:xfrm>
          <a:off x="4095774" y="2349886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Bridges the gap between academic deadlines and personal organization.</a:t>
          </a:r>
        </a:p>
      </dsp:txBody>
      <dsp:txXfrm>
        <a:off x="4095774" y="2349886"/>
        <a:ext cx="1741992" cy="696796"/>
      </dsp:txXfrm>
    </dsp:sp>
    <dsp:sp modelId="{D3E9A562-F384-4DCD-AE07-443734AD0BE7}">
      <dsp:nvSpPr>
        <dsp:cNvPr id="0" name=""/>
        <dsp:cNvSpPr/>
      </dsp:nvSpPr>
      <dsp:spPr>
        <a:xfrm>
          <a:off x="6621662" y="1304654"/>
          <a:ext cx="783896" cy="78389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D4C368-7D0D-44CF-8810-FBFA5707145E}">
      <dsp:nvSpPr>
        <dsp:cNvPr id="0" name=""/>
        <dsp:cNvSpPr/>
      </dsp:nvSpPr>
      <dsp:spPr>
        <a:xfrm>
          <a:off x="6142615" y="2349886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Supports both Light and Dark modes for enhanced user experience.</a:t>
          </a:r>
        </a:p>
      </dsp:txBody>
      <dsp:txXfrm>
        <a:off x="6142615" y="2349886"/>
        <a:ext cx="1741992" cy="69679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8E5C9D-C8A6-47B8-BF8A-4B1A4A945735}">
      <dsp:nvSpPr>
        <dsp:cNvPr id="0" name=""/>
        <dsp:cNvSpPr/>
      </dsp:nvSpPr>
      <dsp:spPr>
        <a:xfrm>
          <a:off x="429965" y="306205"/>
          <a:ext cx="1195536" cy="1195536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ED6DA9-F180-4E1D-815A-D99A8476ECBB}">
      <dsp:nvSpPr>
        <dsp:cNvPr id="0" name=""/>
        <dsp:cNvSpPr/>
      </dsp:nvSpPr>
      <dsp:spPr>
        <a:xfrm>
          <a:off x="684751" y="560991"/>
          <a:ext cx="685963" cy="68596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2278EB-C880-42FB-AAA2-D0152B498001}">
      <dsp:nvSpPr>
        <dsp:cNvPr id="0" name=""/>
        <dsp:cNvSpPr/>
      </dsp:nvSpPr>
      <dsp:spPr>
        <a:xfrm>
          <a:off x="47785" y="1874122"/>
          <a:ext cx="195989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Streamline task organization for students.</a:t>
          </a:r>
        </a:p>
      </dsp:txBody>
      <dsp:txXfrm>
        <a:off x="47785" y="1874122"/>
        <a:ext cx="1959896" cy="720000"/>
      </dsp:txXfrm>
    </dsp:sp>
    <dsp:sp modelId="{BE9FCE1A-A5E0-4E62-91A2-3CCCD5319126}">
      <dsp:nvSpPr>
        <dsp:cNvPr id="0" name=""/>
        <dsp:cNvSpPr/>
      </dsp:nvSpPr>
      <dsp:spPr>
        <a:xfrm>
          <a:off x="2732843" y="306205"/>
          <a:ext cx="1195536" cy="1195536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4A6D52-D195-459C-8760-DF068E479EA2}">
      <dsp:nvSpPr>
        <dsp:cNvPr id="0" name=""/>
        <dsp:cNvSpPr/>
      </dsp:nvSpPr>
      <dsp:spPr>
        <a:xfrm>
          <a:off x="2987630" y="560991"/>
          <a:ext cx="685963" cy="68596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250756-B07F-434F-B7EB-E706F2463C43}">
      <dsp:nvSpPr>
        <dsp:cNvPr id="0" name=""/>
        <dsp:cNvSpPr/>
      </dsp:nvSpPr>
      <dsp:spPr>
        <a:xfrm>
          <a:off x="2350663" y="1874122"/>
          <a:ext cx="195989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Provide timely reminders for deadlines and exams.</a:t>
          </a:r>
        </a:p>
      </dsp:txBody>
      <dsp:txXfrm>
        <a:off x="2350663" y="1874122"/>
        <a:ext cx="1959896" cy="720000"/>
      </dsp:txXfrm>
    </dsp:sp>
    <dsp:sp modelId="{C44E09F1-F64E-4000-B6B3-1C20B33C2E0A}">
      <dsp:nvSpPr>
        <dsp:cNvPr id="0" name=""/>
        <dsp:cNvSpPr/>
      </dsp:nvSpPr>
      <dsp:spPr>
        <a:xfrm>
          <a:off x="429965" y="3084096"/>
          <a:ext cx="1195536" cy="1195536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D0289B-D12C-429B-BB72-D454650E5CAB}">
      <dsp:nvSpPr>
        <dsp:cNvPr id="0" name=""/>
        <dsp:cNvSpPr/>
      </dsp:nvSpPr>
      <dsp:spPr>
        <a:xfrm>
          <a:off x="684751" y="3338883"/>
          <a:ext cx="685963" cy="68596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72B5F0-BF21-4FAB-BE52-7562B0241A83}">
      <dsp:nvSpPr>
        <dsp:cNvPr id="0" name=""/>
        <dsp:cNvSpPr/>
      </dsp:nvSpPr>
      <dsp:spPr>
        <a:xfrm>
          <a:off x="47785" y="4652013"/>
          <a:ext cx="195989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Ensure data synchronization across multiple devices.</a:t>
          </a:r>
        </a:p>
      </dsp:txBody>
      <dsp:txXfrm>
        <a:off x="47785" y="4652013"/>
        <a:ext cx="1959896" cy="720000"/>
      </dsp:txXfrm>
    </dsp:sp>
    <dsp:sp modelId="{8098B317-F266-41E0-A5DD-505BB0275DDD}">
      <dsp:nvSpPr>
        <dsp:cNvPr id="0" name=""/>
        <dsp:cNvSpPr/>
      </dsp:nvSpPr>
      <dsp:spPr>
        <a:xfrm>
          <a:off x="2732843" y="3084096"/>
          <a:ext cx="1195536" cy="1195536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3B5BCE-98B2-48D5-8064-6A0D89977504}">
      <dsp:nvSpPr>
        <dsp:cNvPr id="0" name=""/>
        <dsp:cNvSpPr/>
      </dsp:nvSpPr>
      <dsp:spPr>
        <a:xfrm>
          <a:off x="2987630" y="3338883"/>
          <a:ext cx="685963" cy="68596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EF10FF-2A6F-4E5A-A019-657FB6289ABE}">
      <dsp:nvSpPr>
        <dsp:cNvPr id="0" name=""/>
        <dsp:cNvSpPr/>
      </dsp:nvSpPr>
      <dsp:spPr>
        <a:xfrm>
          <a:off x="2350663" y="4652013"/>
          <a:ext cx="195989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Deliver a modern, intuitive, and responsive user interface.</a:t>
          </a:r>
        </a:p>
      </dsp:txBody>
      <dsp:txXfrm>
        <a:off x="2350663" y="4652013"/>
        <a:ext cx="1959896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C3B9C4-01B4-41A9-976C-049795249D95}">
      <dsp:nvSpPr>
        <dsp:cNvPr id="0" name=""/>
        <dsp:cNvSpPr/>
      </dsp:nvSpPr>
      <dsp:spPr>
        <a:xfrm>
          <a:off x="0" y="2040"/>
          <a:ext cx="5051582" cy="87395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Frontend: Flutter (Dart UI Framework)</a:t>
          </a:r>
        </a:p>
      </dsp:txBody>
      <dsp:txXfrm>
        <a:off x="42663" y="44703"/>
        <a:ext cx="4966256" cy="788627"/>
      </dsp:txXfrm>
    </dsp:sp>
    <dsp:sp modelId="{86736F40-BA08-45D7-AEAB-F8042BAB955B}">
      <dsp:nvSpPr>
        <dsp:cNvPr id="0" name=""/>
        <dsp:cNvSpPr/>
      </dsp:nvSpPr>
      <dsp:spPr>
        <a:xfrm>
          <a:off x="0" y="939354"/>
          <a:ext cx="5051582" cy="873953"/>
        </a:xfrm>
        <a:prstGeom prst="roundRect">
          <a:avLst/>
        </a:prstGeom>
        <a:solidFill>
          <a:schemeClr val="accent2">
            <a:hueOff val="936304"/>
            <a:satOff val="-1168"/>
            <a:lumOff val="27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Backend: Firebase (Authentication &amp; Firestore)</a:t>
          </a:r>
        </a:p>
      </dsp:txBody>
      <dsp:txXfrm>
        <a:off x="42663" y="982017"/>
        <a:ext cx="4966256" cy="788627"/>
      </dsp:txXfrm>
    </dsp:sp>
    <dsp:sp modelId="{61C0AF2E-75E7-43E3-A1F9-873C73FC95E3}">
      <dsp:nvSpPr>
        <dsp:cNvPr id="0" name=""/>
        <dsp:cNvSpPr/>
      </dsp:nvSpPr>
      <dsp:spPr>
        <a:xfrm>
          <a:off x="0" y="1876667"/>
          <a:ext cx="5051582" cy="873953"/>
        </a:xfrm>
        <a:prstGeom prst="roundRect">
          <a:avLst/>
        </a:prstGeom>
        <a:solidFill>
          <a:schemeClr val="accent2">
            <a:hueOff val="1872608"/>
            <a:satOff val="-2336"/>
            <a:lumOff val="54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State Management: Provider Pattern</a:t>
          </a:r>
        </a:p>
      </dsp:txBody>
      <dsp:txXfrm>
        <a:off x="42663" y="1919330"/>
        <a:ext cx="4966256" cy="788627"/>
      </dsp:txXfrm>
    </dsp:sp>
    <dsp:sp modelId="{B397F7CB-572F-4098-BF72-5DA239989FAA}">
      <dsp:nvSpPr>
        <dsp:cNvPr id="0" name=""/>
        <dsp:cNvSpPr/>
      </dsp:nvSpPr>
      <dsp:spPr>
        <a:xfrm>
          <a:off x="0" y="2813981"/>
          <a:ext cx="5051582" cy="873953"/>
        </a:xfrm>
        <a:prstGeom prst="roundRect">
          <a:avLst/>
        </a:prstGeom>
        <a:solidFill>
          <a:schemeClr val="accent2">
            <a:hueOff val="2808911"/>
            <a:satOff val="-3503"/>
            <a:lumOff val="82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Notifications: flutter_local_notifications</a:t>
          </a:r>
        </a:p>
      </dsp:txBody>
      <dsp:txXfrm>
        <a:off x="42663" y="2856644"/>
        <a:ext cx="4966256" cy="788627"/>
      </dsp:txXfrm>
    </dsp:sp>
    <dsp:sp modelId="{2EE436BF-10EC-48D9-9348-A913D617BF70}">
      <dsp:nvSpPr>
        <dsp:cNvPr id="0" name=""/>
        <dsp:cNvSpPr/>
      </dsp:nvSpPr>
      <dsp:spPr>
        <a:xfrm>
          <a:off x="0" y="3751294"/>
          <a:ext cx="5051582" cy="873953"/>
        </a:xfrm>
        <a:prstGeom prst="roundRect">
          <a:avLst/>
        </a:prstGeom>
        <a:solidFill>
          <a:schemeClr val="accent2">
            <a:hueOff val="3745215"/>
            <a:satOff val="-4671"/>
            <a:lumOff val="109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Data Persistence: Cloud Firestore</a:t>
          </a:r>
        </a:p>
      </dsp:txBody>
      <dsp:txXfrm>
        <a:off x="42663" y="3793957"/>
        <a:ext cx="4966256" cy="788627"/>
      </dsp:txXfrm>
    </dsp:sp>
    <dsp:sp modelId="{136CCA4C-8AEC-4CF1-9D5D-418E4297D8FA}">
      <dsp:nvSpPr>
        <dsp:cNvPr id="0" name=""/>
        <dsp:cNvSpPr/>
      </dsp:nvSpPr>
      <dsp:spPr>
        <a:xfrm>
          <a:off x="0" y="4688607"/>
          <a:ext cx="5051582" cy="873953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Design: Material Design 3</a:t>
          </a:r>
        </a:p>
      </dsp:txBody>
      <dsp:txXfrm>
        <a:off x="42663" y="4731270"/>
        <a:ext cx="4966256" cy="78862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42D978-6FF6-44EE-B7C1-AA2FA13C27F5}">
      <dsp:nvSpPr>
        <dsp:cNvPr id="0" name=""/>
        <dsp:cNvSpPr/>
      </dsp:nvSpPr>
      <dsp:spPr>
        <a:xfrm>
          <a:off x="548934" y="288"/>
          <a:ext cx="1001496" cy="100149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907DE4-BAF1-43E4-8924-79E31777E8E8}">
      <dsp:nvSpPr>
        <dsp:cNvPr id="0" name=""/>
        <dsp:cNvSpPr/>
      </dsp:nvSpPr>
      <dsp:spPr>
        <a:xfrm>
          <a:off x="762368" y="213721"/>
          <a:ext cx="574628" cy="5746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7DCA06-C07A-4C31-B307-B15B719D6839}">
      <dsp:nvSpPr>
        <dsp:cNvPr id="0" name=""/>
        <dsp:cNvSpPr/>
      </dsp:nvSpPr>
      <dsp:spPr>
        <a:xfrm>
          <a:off x="228784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Google Sign-In: Secure and easy authentication.</a:t>
          </a:r>
        </a:p>
      </dsp:txBody>
      <dsp:txXfrm>
        <a:off x="228784" y="1313725"/>
        <a:ext cx="1641796" cy="656718"/>
      </dsp:txXfrm>
    </dsp:sp>
    <dsp:sp modelId="{7866D862-B7CC-4DDC-A414-DAD2E5AE1043}">
      <dsp:nvSpPr>
        <dsp:cNvPr id="0" name=""/>
        <dsp:cNvSpPr/>
      </dsp:nvSpPr>
      <dsp:spPr>
        <a:xfrm>
          <a:off x="2478046" y="288"/>
          <a:ext cx="1001496" cy="100149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C05324-300A-4AA1-BEBE-C140F231C14C}">
      <dsp:nvSpPr>
        <dsp:cNvPr id="0" name=""/>
        <dsp:cNvSpPr/>
      </dsp:nvSpPr>
      <dsp:spPr>
        <a:xfrm>
          <a:off x="2691479" y="213721"/>
          <a:ext cx="574628" cy="5746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60411F-5380-47C2-AEA3-536CE9568257}">
      <dsp:nvSpPr>
        <dsp:cNvPr id="0" name=""/>
        <dsp:cNvSpPr/>
      </dsp:nvSpPr>
      <dsp:spPr>
        <a:xfrm>
          <a:off x="2157895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Task Management: Create, Read, Update, and Delete tasks.</a:t>
          </a:r>
        </a:p>
      </dsp:txBody>
      <dsp:txXfrm>
        <a:off x="2157895" y="1313725"/>
        <a:ext cx="1641796" cy="656718"/>
      </dsp:txXfrm>
    </dsp:sp>
    <dsp:sp modelId="{58B7653E-3DB7-4118-9E77-66F8F97154D9}">
      <dsp:nvSpPr>
        <dsp:cNvPr id="0" name=""/>
        <dsp:cNvSpPr/>
      </dsp:nvSpPr>
      <dsp:spPr>
        <a:xfrm>
          <a:off x="4407157" y="288"/>
          <a:ext cx="1001496" cy="1001496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7A3B90-E04A-4656-B561-D048E19C7A58}">
      <dsp:nvSpPr>
        <dsp:cNvPr id="0" name=""/>
        <dsp:cNvSpPr/>
      </dsp:nvSpPr>
      <dsp:spPr>
        <a:xfrm>
          <a:off x="4620591" y="213721"/>
          <a:ext cx="574628" cy="5746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3F1D6C-F734-4838-A8F4-4B21185A5188}">
      <dsp:nvSpPr>
        <dsp:cNvPr id="0" name=""/>
        <dsp:cNvSpPr/>
      </dsp:nvSpPr>
      <dsp:spPr>
        <a:xfrm>
          <a:off x="4087007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Prioritization: Mark tasks as Low, Medium, or High priority.</a:t>
          </a:r>
        </a:p>
      </dsp:txBody>
      <dsp:txXfrm>
        <a:off x="4087007" y="1313725"/>
        <a:ext cx="1641796" cy="656718"/>
      </dsp:txXfrm>
    </dsp:sp>
    <dsp:sp modelId="{EC327FD5-7762-47DF-85CD-12B34EAC53F7}">
      <dsp:nvSpPr>
        <dsp:cNvPr id="0" name=""/>
        <dsp:cNvSpPr/>
      </dsp:nvSpPr>
      <dsp:spPr>
        <a:xfrm>
          <a:off x="6336268" y="288"/>
          <a:ext cx="1001496" cy="1001496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2F8C03-DE47-4BDD-985E-758FD9E449D6}">
      <dsp:nvSpPr>
        <dsp:cNvPr id="0" name=""/>
        <dsp:cNvSpPr/>
      </dsp:nvSpPr>
      <dsp:spPr>
        <a:xfrm>
          <a:off x="6549702" y="213721"/>
          <a:ext cx="574628" cy="5746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2B6088-8474-430F-8E33-AD2D824C6614}">
      <dsp:nvSpPr>
        <dsp:cNvPr id="0" name=""/>
        <dsp:cNvSpPr/>
      </dsp:nvSpPr>
      <dsp:spPr>
        <a:xfrm>
          <a:off x="6016118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Reminders: Set custom notifications for task deadlines.</a:t>
          </a:r>
        </a:p>
      </dsp:txBody>
      <dsp:txXfrm>
        <a:off x="6016118" y="1313725"/>
        <a:ext cx="1641796" cy="656718"/>
      </dsp:txXfrm>
    </dsp:sp>
    <dsp:sp modelId="{8DF221BE-FDB0-478D-8A35-39905E34E914}">
      <dsp:nvSpPr>
        <dsp:cNvPr id="0" name=""/>
        <dsp:cNvSpPr/>
      </dsp:nvSpPr>
      <dsp:spPr>
        <a:xfrm>
          <a:off x="2478046" y="2380893"/>
          <a:ext cx="1001496" cy="1001496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F831F2-A3E4-435F-9D11-AE7FF97AC00A}">
      <dsp:nvSpPr>
        <dsp:cNvPr id="0" name=""/>
        <dsp:cNvSpPr/>
      </dsp:nvSpPr>
      <dsp:spPr>
        <a:xfrm>
          <a:off x="2691479" y="2594327"/>
          <a:ext cx="574628" cy="5746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B606A3-3554-43D0-92DB-6FB9FDDB7633}">
      <dsp:nvSpPr>
        <dsp:cNvPr id="0" name=""/>
        <dsp:cNvSpPr/>
      </dsp:nvSpPr>
      <dsp:spPr>
        <a:xfrm>
          <a:off x="2157895" y="3694331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Calendar View: Visualize tasks by date.</a:t>
          </a:r>
        </a:p>
      </dsp:txBody>
      <dsp:txXfrm>
        <a:off x="2157895" y="3694331"/>
        <a:ext cx="1641796" cy="656718"/>
      </dsp:txXfrm>
    </dsp:sp>
    <dsp:sp modelId="{235A7282-8303-4576-9C86-154EF4668947}">
      <dsp:nvSpPr>
        <dsp:cNvPr id="0" name=""/>
        <dsp:cNvSpPr/>
      </dsp:nvSpPr>
      <dsp:spPr>
        <a:xfrm>
          <a:off x="4407157" y="2380893"/>
          <a:ext cx="1001496" cy="100149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421D9F-075A-46F9-86AB-0DA2742B8411}">
      <dsp:nvSpPr>
        <dsp:cNvPr id="0" name=""/>
        <dsp:cNvSpPr/>
      </dsp:nvSpPr>
      <dsp:spPr>
        <a:xfrm>
          <a:off x="4620591" y="2594327"/>
          <a:ext cx="574628" cy="5746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B84908-A4E2-4225-95B0-7354A5C9B62F}">
      <dsp:nvSpPr>
        <dsp:cNvPr id="0" name=""/>
        <dsp:cNvSpPr/>
      </dsp:nvSpPr>
      <dsp:spPr>
        <a:xfrm>
          <a:off x="4087007" y="3694331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Theme Support: Dynamic Light and Dark theme toggling.</a:t>
          </a:r>
        </a:p>
      </dsp:txBody>
      <dsp:txXfrm>
        <a:off x="4087007" y="3694331"/>
        <a:ext cx="1641796" cy="65671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BE6391-E81C-4A79-84CB-EAB0FC277FFB}">
      <dsp:nvSpPr>
        <dsp:cNvPr id="0" name=""/>
        <dsp:cNvSpPr/>
      </dsp:nvSpPr>
      <dsp:spPr>
        <a:xfrm>
          <a:off x="0" y="125796"/>
          <a:ext cx="8229600" cy="647595"/>
        </a:xfrm>
        <a:prstGeom prst="roundRect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Splash Screen: Branding and initialization.</a:t>
          </a:r>
        </a:p>
      </dsp:txBody>
      <dsp:txXfrm>
        <a:off x="31613" y="157409"/>
        <a:ext cx="8166374" cy="584369"/>
      </dsp:txXfrm>
    </dsp:sp>
    <dsp:sp modelId="{98D3EEA6-E7D0-43DD-82C8-35FADF335156}">
      <dsp:nvSpPr>
        <dsp:cNvPr id="0" name=""/>
        <dsp:cNvSpPr/>
      </dsp:nvSpPr>
      <dsp:spPr>
        <a:xfrm>
          <a:off x="0" y="851151"/>
          <a:ext cx="8229600" cy="647595"/>
        </a:xfrm>
        <a:prstGeom prst="roundRect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Login Screen: Secure entry via Google.</a:t>
          </a:r>
        </a:p>
      </dsp:txBody>
      <dsp:txXfrm>
        <a:off x="31613" y="882764"/>
        <a:ext cx="8166374" cy="584369"/>
      </dsp:txXfrm>
    </dsp:sp>
    <dsp:sp modelId="{A3F82CF6-8A38-4E4B-B7E3-E4F2C1B2D767}">
      <dsp:nvSpPr>
        <dsp:cNvPr id="0" name=""/>
        <dsp:cNvSpPr/>
      </dsp:nvSpPr>
      <dsp:spPr>
        <a:xfrm>
          <a:off x="0" y="1576506"/>
          <a:ext cx="8229600" cy="647595"/>
        </a:xfrm>
        <a:prstGeom prst="roundRect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Home Dashboard: Overview of all tasks and status.</a:t>
          </a:r>
        </a:p>
      </dsp:txBody>
      <dsp:txXfrm>
        <a:off x="31613" y="1608119"/>
        <a:ext cx="8166374" cy="584369"/>
      </dsp:txXfrm>
    </dsp:sp>
    <dsp:sp modelId="{017DBC0B-4F8F-4727-9E1E-D7BC1D52C7BA}">
      <dsp:nvSpPr>
        <dsp:cNvPr id="0" name=""/>
        <dsp:cNvSpPr/>
      </dsp:nvSpPr>
      <dsp:spPr>
        <a:xfrm>
          <a:off x="0" y="2301861"/>
          <a:ext cx="8229600" cy="647595"/>
        </a:xfrm>
        <a:prstGeom prst="roundRect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Task Form: Dedicated screen for adding/editing tasks.</a:t>
          </a:r>
        </a:p>
      </dsp:txBody>
      <dsp:txXfrm>
        <a:off x="31613" y="2333474"/>
        <a:ext cx="8166374" cy="584369"/>
      </dsp:txXfrm>
    </dsp:sp>
    <dsp:sp modelId="{7E34E99B-DD01-4F4F-B261-26600EFBEC95}">
      <dsp:nvSpPr>
        <dsp:cNvPr id="0" name=""/>
        <dsp:cNvSpPr/>
      </dsp:nvSpPr>
      <dsp:spPr>
        <a:xfrm>
          <a:off x="0" y="3027216"/>
          <a:ext cx="8229600" cy="647595"/>
        </a:xfrm>
        <a:prstGeom prst="roundRect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Calendar View: Date-centric task tracking.</a:t>
          </a:r>
        </a:p>
      </dsp:txBody>
      <dsp:txXfrm>
        <a:off x="31613" y="3058829"/>
        <a:ext cx="8166374" cy="584369"/>
      </dsp:txXfrm>
    </dsp:sp>
    <dsp:sp modelId="{D859F197-6CDC-4C74-9B55-2FB694BF1237}">
      <dsp:nvSpPr>
        <dsp:cNvPr id="0" name=""/>
        <dsp:cNvSpPr/>
      </dsp:nvSpPr>
      <dsp:spPr>
        <a:xfrm>
          <a:off x="0" y="3752571"/>
          <a:ext cx="8229600" cy="647595"/>
        </a:xfrm>
        <a:prstGeom prst="roundRect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Profile Screen: User settings and account management.</a:t>
          </a:r>
        </a:p>
      </dsp:txBody>
      <dsp:txXfrm>
        <a:off x="31613" y="3784184"/>
        <a:ext cx="8166374" cy="58436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31F662-23AF-4DF9-A492-D23B2A08B0F9}">
      <dsp:nvSpPr>
        <dsp:cNvPr id="0" name=""/>
        <dsp:cNvSpPr/>
      </dsp:nvSpPr>
      <dsp:spPr>
        <a:xfrm>
          <a:off x="341781" y="1130473"/>
          <a:ext cx="1062615" cy="106261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E41D7C-46B5-49C8-954E-B4ECDB993029}">
      <dsp:nvSpPr>
        <dsp:cNvPr id="0" name=""/>
        <dsp:cNvSpPr/>
      </dsp:nvSpPr>
      <dsp:spPr>
        <a:xfrm>
          <a:off x="568240" y="1356932"/>
          <a:ext cx="609697" cy="60969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03C3E9-B8C9-433F-AF4A-CCDCD48C4B91}">
      <dsp:nvSpPr>
        <dsp:cNvPr id="0" name=""/>
        <dsp:cNvSpPr/>
      </dsp:nvSpPr>
      <dsp:spPr>
        <a:xfrm>
          <a:off x="2092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Interactive calendar to browse tasks by specific dates.</a:t>
          </a:r>
        </a:p>
      </dsp:txBody>
      <dsp:txXfrm>
        <a:off x="2092" y="2524067"/>
        <a:ext cx="1741992" cy="696796"/>
      </dsp:txXfrm>
    </dsp:sp>
    <dsp:sp modelId="{72D21B5B-5330-4230-94FB-7545D37A75F8}">
      <dsp:nvSpPr>
        <dsp:cNvPr id="0" name=""/>
        <dsp:cNvSpPr/>
      </dsp:nvSpPr>
      <dsp:spPr>
        <a:xfrm>
          <a:off x="2388621" y="1130473"/>
          <a:ext cx="1062615" cy="106261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1FED02-C503-43AF-97D6-941276D67DA2}">
      <dsp:nvSpPr>
        <dsp:cNvPr id="0" name=""/>
        <dsp:cNvSpPr/>
      </dsp:nvSpPr>
      <dsp:spPr>
        <a:xfrm>
          <a:off x="2615080" y="1356932"/>
          <a:ext cx="609697" cy="60969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D24B8B-5AB0-4539-A217-3BDE8DC5C329}">
      <dsp:nvSpPr>
        <dsp:cNvPr id="0" name=""/>
        <dsp:cNvSpPr/>
      </dsp:nvSpPr>
      <dsp:spPr>
        <a:xfrm>
          <a:off x="2048933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Local notifications scheduled directly on the device.</a:t>
          </a:r>
        </a:p>
      </dsp:txBody>
      <dsp:txXfrm>
        <a:off x="2048933" y="2524067"/>
        <a:ext cx="1741992" cy="696796"/>
      </dsp:txXfrm>
    </dsp:sp>
    <dsp:sp modelId="{E0179169-9712-405E-9654-A707CBE80405}">
      <dsp:nvSpPr>
        <dsp:cNvPr id="0" name=""/>
        <dsp:cNvSpPr/>
      </dsp:nvSpPr>
      <dsp:spPr>
        <a:xfrm>
          <a:off x="4435462" y="1130473"/>
          <a:ext cx="1062615" cy="106261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BB5310-E747-42EF-9651-B65C0DC98C8B}">
      <dsp:nvSpPr>
        <dsp:cNvPr id="0" name=""/>
        <dsp:cNvSpPr/>
      </dsp:nvSpPr>
      <dsp:spPr>
        <a:xfrm>
          <a:off x="4661921" y="1356932"/>
          <a:ext cx="609697" cy="60969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B746CA-3D9D-4EEA-BB4F-2253D82A72CA}">
      <dsp:nvSpPr>
        <dsp:cNvPr id="0" name=""/>
        <dsp:cNvSpPr/>
      </dsp:nvSpPr>
      <dsp:spPr>
        <a:xfrm>
          <a:off x="4095774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Reminders persist across device reboots.</a:t>
          </a:r>
        </a:p>
      </dsp:txBody>
      <dsp:txXfrm>
        <a:off x="4095774" y="2524067"/>
        <a:ext cx="1741992" cy="696796"/>
      </dsp:txXfrm>
    </dsp:sp>
    <dsp:sp modelId="{F42B4557-5E17-496C-A646-4F8C500B3670}">
      <dsp:nvSpPr>
        <dsp:cNvPr id="0" name=""/>
        <dsp:cNvSpPr/>
      </dsp:nvSpPr>
      <dsp:spPr>
        <a:xfrm>
          <a:off x="6482303" y="1130473"/>
          <a:ext cx="1062615" cy="106261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D6DD0A-41F8-44D8-89CA-F9E3C4EFC417}">
      <dsp:nvSpPr>
        <dsp:cNvPr id="0" name=""/>
        <dsp:cNvSpPr/>
      </dsp:nvSpPr>
      <dsp:spPr>
        <a:xfrm>
          <a:off x="6708762" y="1356932"/>
          <a:ext cx="609697" cy="60969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C18E72-F690-426D-9478-AABFC5186100}">
      <dsp:nvSpPr>
        <dsp:cNvPr id="0" name=""/>
        <dsp:cNvSpPr/>
      </dsp:nvSpPr>
      <dsp:spPr>
        <a:xfrm>
          <a:off x="6142615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Customizable reminder times for each task.</a:t>
          </a:r>
        </a:p>
      </dsp:txBody>
      <dsp:txXfrm>
        <a:off x="6142615" y="2524067"/>
        <a:ext cx="1741992" cy="69679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66B8D5-8B6A-48F2-A15E-F90BB9EAF830}">
      <dsp:nvSpPr>
        <dsp:cNvPr id="0" name=""/>
        <dsp:cNvSpPr/>
      </dsp:nvSpPr>
      <dsp:spPr>
        <a:xfrm>
          <a:off x="2523743" y="2177"/>
          <a:ext cx="2839212" cy="104746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Integration with Firebase Authentication SDK.</a:t>
          </a:r>
        </a:p>
      </dsp:txBody>
      <dsp:txXfrm>
        <a:off x="2574876" y="53310"/>
        <a:ext cx="2736946" cy="945199"/>
      </dsp:txXfrm>
    </dsp:sp>
    <dsp:sp modelId="{05B2FEB7-2922-42A0-87B6-7FB390587CCD}">
      <dsp:nvSpPr>
        <dsp:cNvPr id="0" name=""/>
        <dsp:cNvSpPr/>
      </dsp:nvSpPr>
      <dsp:spPr>
        <a:xfrm>
          <a:off x="2523743" y="1102016"/>
          <a:ext cx="2839212" cy="1047465"/>
        </a:xfrm>
        <a:prstGeom prst="roundRect">
          <a:avLst/>
        </a:prstGeom>
        <a:solidFill>
          <a:schemeClr val="accent5">
            <a:hueOff val="-3311292"/>
            <a:satOff val="13270"/>
            <a:lumOff val="287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Support for Google OAuth 2.0.</a:t>
          </a:r>
        </a:p>
      </dsp:txBody>
      <dsp:txXfrm>
        <a:off x="2574876" y="1153149"/>
        <a:ext cx="2736946" cy="945199"/>
      </dsp:txXfrm>
    </dsp:sp>
    <dsp:sp modelId="{00D79A8D-1197-41EE-A696-ACB99A630E59}">
      <dsp:nvSpPr>
        <dsp:cNvPr id="0" name=""/>
        <dsp:cNvSpPr/>
      </dsp:nvSpPr>
      <dsp:spPr>
        <a:xfrm>
          <a:off x="2523743" y="2201855"/>
          <a:ext cx="2839212" cy="1047465"/>
        </a:xfrm>
        <a:prstGeom prst="roundRect">
          <a:avLst/>
        </a:prstGeom>
        <a:solidFill>
          <a:schemeClr val="accent5">
            <a:hueOff val="-6622584"/>
            <a:satOff val="26541"/>
            <a:lumOff val="575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Secure session management and token persistence.</a:t>
          </a:r>
        </a:p>
      </dsp:txBody>
      <dsp:txXfrm>
        <a:off x="2574876" y="2252988"/>
        <a:ext cx="2736946" cy="945199"/>
      </dsp:txXfrm>
    </dsp:sp>
    <dsp:sp modelId="{EFA8AF97-2CCA-4CBF-8CF9-55D45CE9F0A8}">
      <dsp:nvSpPr>
        <dsp:cNvPr id="0" name=""/>
        <dsp:cNvSpPr/>
      </dsp:nvSpPr>
      <dsp:spPr>
        <a:xfrm>
          <a:off x="2523743" y="3301694"/>
          <a:ext cx="2839212" cy="1047465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Clean logout flow invalidating all active sessions.</a:t>
          </a:r>
        </a:p>
      </dsp:txBody>
      <dsp:txXfrm>
        <a:off x="2574876" y="3352827"/>
        <a:ext cx="2736946" cy="94519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8D7E27-43A9-413C-97B6-5A1FEA55CFD3}">
      <dsp:nvSpPr>
        <dsp:cNvPr id="0" name=""/>
        <dsp:cNvSpPr/>
      </dsp:nvSpPr>
      <dsp:spPr>
        <a:xfrm>
          <a:off x="481140" y="1304654"/>
          <a:ext cx="783896" cy="78389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46AC55-0605-41B2-AC2B-31B625FA577F}">
      <dsp:nvSpPr>
        <dsp:cNvPr id="0" name=""/>
        <dsp:cNvSpPr/>
      </dsp:nvSpPr>
      <dsp:spPr>
        <a:xfrm>
          <a:off x="2092" y="2349886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Secure Identity: Multi-factor ready auth via Google.</a:t>
          </a:r>
        </a:p>
      </dsp:txBody>
      <dsp:txXfrm>
        <a:off x="2092" y="2349886"/>
        <a:ext cx="1741992" cy="696796"/>
      </dsp:txXfrm>
    </dsp:sp>
    <dsp:sp modelId="{2CC8D331-F056-437A-9AB9-DE8C1437B6B8}">
      <dsp:nvSpPr>
        <dsp:cNvPr id="0" name=""/>
        <dsp:cNvSpPr/>
      </dsp:nvSpPr>
      <dsp:spPr>
        <a:xfrm>
          <a:off x="2527981" y="1304654"/>
          <a:ext cx="783896" cy="78389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27BEAB-61EB-4B7D-869A-06433EAA3F45}">
      <dsp:nvSpPr>
        <dsp:cNvPr id="0" name=""/>
        <dsp:cNvSpPr/>
      </dsp:nvSpPr>
      <dsp:spPr>
        <a:xfrm>
          <a:off x="2048933" y="2349886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Data Persistence: Cloud-first storage with Firestore.</a:t>
          </a:r>
        </a:p>
      </dsp:txBody>
      <dsp:txXfrm>
        <a:off x="2048933" y="2349886"/>
        <a:ext cx="1741992" cy="696796"/>
      </dsp:txXfrm>
    </dsp:sp>
    <dsp:sp modelId="{A73CAA56-97D4-4CB4-A971-9F44ED1B3027}">
      <dsp:nvSpPr>
        <dsp:cNvPr id="0" name=""/>
        <dsp:cNvSpPr/>
      </dsp:nvSpPr>
      <dsp:spPr>
        <a:xfrm>
          <a:off x="4574822" y="1304654"/>
          <a:ext cx="783896" cy="78389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DC303E-3C63-4A07-AF96-F5F0D7FD6096}">
      <dsp:nvSpPr>
        <dsp:cNvPr id="0" name=""/>
        <dsp:cNvSpPr/>
      </dsp:nvSpPr>
      <dsp:spPr>
        <a:xfrm>
          <a:off x="4095774" y="2349886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Notification Engine: Reliable local scheduling.</a:t>
          </a:r>
        </a:p>
      </dsp:txBody>
      <dsp:txXfrm>
        <a:off x="4095774" y="2349886"/>
        <a:ext cx="1741992" cy="696796"/>
      </dsp:txXfrm>
    </dsp:sp>
    <dsp:sp modelId="{AFEC81D8-6DD1-4121-B494-4A26C646101F}">
      <dsp:nvSpPr>
        <dsp:cNvPr id="0" name=""/>
        <dsp:cNvSpPr/>
      </dsp:nvSpPr>
      <dsp:spPr>
        <a:xfrm>
          <a:off x="6621662" y="1304654"/>
          <a:ext cx="783896" cy="78389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ABD34A-363D-407B-BD1F-4E408D6E1CA9}">
      <dsp:nvSpPr>
        <dsp:cNvPr id="0" name=""/>
        <dsp:cNvSpPr/>
      </dsp:nvSpPr>
      <dsp:spPr>
        <a:xfrm>
          <a:off x="6142615" y="2349886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CRUD Operations: Full lifecycle management of tasks.</a:t>
          </a:r>
        </a:p>
      </dsp:txBody>
      <dsp:txXfrm>
        <a:off x="6142615" y="2349886"/>
        <a:ext cx="1741992" cy="69679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3EF119-05AB-402C-8CE1-47E81B960E5C}">
      <dsp:nvSpPr>
        <dsp:cNvPr id="0" name=""/>
        <dsp:cNvSpPr/>
      </dsp:nvSpPr>
      <dsp:spPr>
        <a:xfrm>
          <a:off x="0" y="868419"/>
          <a:ext cx="7886700" cy="59962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Performance: Smooth 60fps UI animations.</a:t>
          </a:r>
        </a:p>
      </dsp:txBody>
      <dsp:txXfrm>
        <a:off x="29271" y="897690"/>
        <a:ext cx="7828158" cy="541083"/>
      </dsp:txXfrm>
    </dsp:sp>
    <dsp:sp modelId="{A933B66A-F64E-4B07-A9EF-AED3A0F9449C}">
      <dsp:nvSpPr>
        <dsp:cNvPr id="0" name=""/>
        <dsp:cNvSpPr/>
      </dsp:nvSpPr>
      <dsp:spPr>
        <a:xfrm>
          <a:off x="0" y="1540044"/>
          <a:ext cx="7886700" cy="599625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Responsiveness: Adaptive layouts for different screen sizes.</a:t>
          </a:r>
        </a:p>
      </dsp:txBody>
      <dsp:txXfrm>
        <a:off x="29271" y="1569315"/>
        <a:ext cx="7828158" cy="541083"/>
      </dsp:txXfrm>
    </dsp:sp>
    <dsp:sp modelId="{DC1DA23A-E5C8-4958-A18F-110B811DA39E}">
      <dsp:nvSpPr>
        <dsp:cNvPr id="0" name=""/>
        <dsp:cNvSpPr/>
      </dsp:nvSpPr>
      <dsp:spPr>
        <a:xfrm>
          <a:off x="0" y="2211669"/>
          <a:ext cx="7886700" cy="599625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Scalability: Designed to handle hundreds of tasks.</a:t>
          </a:r>
        </a:p>
      </dsp:txBody>
      <dsp:txXfrm>
        <a:off x="29271" y="2240940"/>
        <a:ext cx="7828158" cy="541083"/>
      </dsp:txXfrm>
    </dsp:sp>
    <dsp:sp modelId="{B9367C7B-C84D-4993-A3E9-0FE87FC1B30C}">
      <dsp:nvSpPr>
        <dsp:cNvPr id="0" name=""/>
        <dsp:cNvSpPr/>
      </dsp:nvSpPr>
      <dsp:spPr>
        <a:xfrm>
          <a:off x="0" y="2883294"/>
          <a:ext cx="7886700" cy="599625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State Integrity: Consistent data flow using Provider.</a:t>
          </a:r>
        </a:p>
      </dsp:txBody>
      <dsp:txXfrm>
        <a:off x="29271" y="2912565"/>
        <a:ext cx="7828158" cy="541083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62D094-4A2F-4E71-B8A2-12898C95B33F}">
      <dsp:nvSpPr>
        <dsp:cNvPr id="0" name=""/>
        <dsp:cNvSpPr/>
      </dsp:nvSpPr>
      <dsp:spPr>
        <a:xfrm>
          <a:off x="429570" y="472"/>
          <a:ext cx="3346456" cy="2007873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Mobile Client (Flutter) &lt;-&gt; Firebase Auth</a:t>
          </a:r>
        </a:p>
      </dsp:txBody>
      <dsp:txXfrm>
        <a:off x="429570" y="472"/>
        <a:ext cx="3346456" cy="2007873"/>
      </dsp:txXfrm>
    </dsp:sp>
    <dsp:sp modelId="{51104FE0-7AC0-4B41-9130-9D56AE96F8DB}">
      <dsp:nvSpPr>
        <dsp:cNvPr id="0" name=""/>
        <dsp:cNvSpPr/>
      </dsp:nvSpPr>
      <dsp:spPr>
        <a:xfrm>
          <a:off x="4110672" y="472"/>
          <a:ext cx="3346456" cy="2007873"/>
        </a:xfrm>
        <a:prstGeom prst="rect">
          <a:avLst/>
        </a:prstGeom>
        <a:gradFill rotWithShape="0">
          <a:gsLst>
            <a:gs pos="0">
              <a:schemeClr val="accent2">
                <a:hueOff val="1560506"/>
                <a:satOff val="-1946"/>
                <a:lumOff val="45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1560506"/>
                <a:satOff val="-1946"/>
                <a:lumOff val="45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Mobile Client (Flutter) &lt;-&gt; Cloud Firestore</a:t>
          </a:r>
        </a:p>
      </dsp:txBody>
      <dsp:txXfrm>
        <a:off x="4110672" y="472"/>
        <a:ext cx="3346456" cy="2007873"/>
      </dsp:txXfrm>
    </dsp:sp>
    <dsp:sp modelId="{0ED74119-E984-487A-92C6-278B80E51064}">
      <dsp:nvSpPr>
        <dsp:cNvPr id="0" name=""/>
        <dsp:cNvSpPr/>
      </dsp:nvSpPr>
      <dsp:spPr>
        <a:xfrm>
          <a:off x="429570" y="2342991"/>
          <a:ext cx="3346456" cy="2007873"/>
        </a:xfrm>
        <a:prstGeom prst="rect">
          <a:avLst/>
        </a:prstGeom>
        <a:gradFill rotWithShape="0">
          <a:gsLst>
            <a:gs pos="0">
              <a:schemeClr val="accent2">
                <a:hueOff val="3121013"/>
                <a:satOff val="-3893"/>
                <a:lumOff val="915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3121013"/>
                <a:satOff val="-3893"/>
                <a:lumOff val="915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State Management layer (Provider) decoupled from UI.</a:t>
          </a:r>
        </a:p>
      </dsp:txBody>
      <dsp:txXfrm>
        <a:off x="429570" y="2342991"/>
        <a:ext cx="3346456" cy="2007873"/>
      </dsp:txXfrm>
    </dsp:sp>
    <dsp:sp modelId="{F5C8A286-1E0C-4E52-8CD3-8F59F9205321}">
      <dsp:nvSpPr>
        <dsp:cNvPr id="0" name=""/>
        <dsp:cNvSpPr/>
      </dsp:nvSpPr>
      <dsp:spPr>
        <a:xfrm>
          <a:off x="4110672" y="2342991"/>
          <a:ext cx="3346456" cy="2007873"/>
        </a:xfrm>
        <a:prstGeom prst="rect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Service layer for Auth and Database operations.</a:t>
          </a:r>
        </a:p>
      </dsp:txBody>
      <dsp:txXfrm>
        <a:off x="4110672" y="2342991"/>
        <a:ext cx="3346456" cy="2007873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52AACE-44CF-4226-8C53-F12BE758E333}">
      <dsp:nvSpPr>
        <dsp:cNvPr id="0" name=""/>
        <dsp:cNvSpPr/>
      </dsp:nvSpPr>
      <dsp:spPr>
        <a:xfrm>
          <a:off x="145153" y="800136"/>
          <a:ext cx="1005669" cy="100566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2C58BA-BC42-49EC-B5D1-7D98BB1D9E75}">
      <dsp:nvSpPr>
        <dsp:cNvPr id="0" name=""/>
        <dsp:cNvSpPr/>
      </dsp:nvSpPr>
      <dsp:spPr>
        <a:xfrm>
          <a:off x="356344" y="1011326"/>
          <a:ext cx="583288" cy="58328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70C7EA-8481-42D6-A1CC-55C42DC42EDB}">
      <dsp:nvSpPr>
        <dsp:cNvPr id="0" name=""/>
        <dsp:cNvSpPr/>
      </dsp:nvSpPr>
      <dsp:spPr>
        <a:xfrm>
          <a:off x="1366323" y="800136"/>
          <a:ext cx="2370505" cy="100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Task Analytics: Visualizing productivity trends.</a:t>
          </a:r>
        </a:p>
      </dsp:txBody>
      <dsp:txXfrm>
        <a:off x="1366323" y="800136"/>
        <a:ext cx="2370505" cy="1005669"/>
      </dsp:txXfrm>
    </dsp:sp>
    <dsp:sp modelId="{0DA71AD2-68CB-49F1-A631-DDBBFD2E15B7}">
      <dsp:nvSpPr>
        <dsp:cNvPr id="0" name=""/>
        <dsp:cNvSpPr/>
      </dsp:nvSpPr>
      <dsp:spPr>
        <a:xfrm>
          <a:off x="4149871" y="800136"/>
          <a:ext cx="1005669" cy="100566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26658C-0E37-4A79-AD7A-FDB3206AFAA7}">
      <dsp:nvSpPr>
        <dsp:cNvPr id="0" name=""/>
        <dsp:cNvSpPr/>
      </dsp:nvSpPr>
      <dsp:spPr>
        <a:xfrm>
          <a:off x="4361061" y="1011326"/>
          <a:ext cx="583288" cy="58328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D53C87-97FD-4368-AF82-21C6DAE4DB8D}">
      <dsp:nvSpPr>
        <dsp:cNvPr id="0" name=""/>
        <dsp:cNvSpPr/>
      </dsp:nvSpPr>
      <dsp:spPr>
        <a:xfrm>
          <a:off x="5371040" y="800136"/>
          <a:ext cx="2370505" cy="100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Collaboration: Group tasks and shared lists.</a:t>
          </a:r>
        </a:p>
      </dsp:txBody>
      <dsp:txXfrm>
        <a:off x="5371040" y="800136"/>
        <a:ext cx="2370505" cy="1005669"/>
      </dsp:txXfrm>
    </dsp:sp>
    <dsp:sp modelId="{5912FA03-2C06-4576-91B9-240C8DC7CB37}">
      <dsp:nvSpPr>
        <dsp:cNvPr id="0" name=""/>
        <dsp:cNvSpPr/>
      </dsp:nvSpPr>
      <dsp:spPr>
        <a:xfrm>
          <a:off x="145153" y="2545532"/>
          <a:ext cx="1005669" cy="100566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6FF2EE-8FCE-4111-8239-00DF4884229B}">
      <dsp:nvSpPr>
        <dsp:cNvPr id="0" name=""/>
        <dsp:cNvSpPr/>
      </dsp:nvSpPr>
      <dsp:spPr>
        <a:xfrm>
          <a:off x="356344" y="2756723"/>
          <a:ext cx="583288" cy="58328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DB2DB9-B113-4690-9DA0-CF81C937E1A2}">
      <dsp:nvSpPr>
        <dsp:cNvPr id="0" name=""/>
        <dsp:cNvSpPr/>
      </dsp:nvSpPr>
      <dsp:spPr>
        <a:xfrm>
          <a:off x="1366323" y="2545532"/>
          <a:ext cx="2370505" cy="100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Cloud Backup: Exporting tasks to CSV or PDF.</a:t>
          </a:r>
        </a:p>
      </dsp:txBody>
      <dsp:txXfrm>
        <a:off x="1366323" y="2545532"/>
        <a:ext cx="2370505" cy="1005669"/>
      </dsp:txXfrm>
    </dsp:sp>
    <dsp:sp modelId="{1092E466-61EF-4BAC-B8D3-4BFD52FF4F5E}">
      <dsp:nvSpPr>
        <dsp:cNvPr id="0" name=""/>
        <dsp:cNvSpPr/>
      </dsp:nvSpPr>
      <dsp:spPr>
        <a:xfrm>
          <a:off x="4149871" y="2545532"/>
          <a:ext cx="1005669" cy="100566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4CAA5A-74BF-45DD-BA66-6A7BFFDFDAF1}">
      <dsp:nvSpPr>
        <dsp:cNvPr id="0" name=""/>
        <dsp:cNvSpPr/>
      </dsp:nvSpPr>
      <dsp:spPr>
        <a:xfrm>
          <a:off x="4361061" y="2756723"/>
          <a:ext cx="583288" cy="58328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4A5ED8-3168-4BD1-939D-5E15E2BA16EE}">
      <dsp:nvSpPr>
        <dsp:cNvPr id="0" name=""/>
        <dsp:cNvSpPr/>
      </dsp:nvSpPr>
      <dsp:spPr>
        <a:xfrm>
          <a:off x="5371040" y="2545532"/>
          <a:ext cx="2370505" cy="100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Integration with University LMS (Learning Management Systems).</a:t>
          </a:r>
        </a:p>
      </dsp:txBody>
      <dsp:txXfrm>
        <a:off x="5371040" y="2545532"/>
        <a:ext cx="2370505" cy="10056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5125" y="1153572"/>
            <a:ext cx="2400300" cy="44611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Student Task Manager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35481" y="591344"/>
            <a:ext cx="5179868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b="1" dirty="0">
                <a:solidFill>
                  <a:schemeClr val="tx1"/>
                </a:solidFill>
                <a:latin typeface="+mj-lt"/>
              </a:rPr>
              <a:t>Mobile Application Development Project</a:t>
            </a:r>
          </a:p>
          <a:p>
            <a:pPr algn="l" defTabSz="914400">
              <a:lnSpc>
                <a:spcPct val="90000"/>
              </a:lnSpc>
            </a:pPr>
            <a:r>
              <a:rPr lang="en-US" b="1" dirty="0">
                <a:solidFill>
                  <a:schemeClr val="tx1"/>
                </a:solidFill>
              </a:rPr>
              <a:t>Presented by: 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Khizar Hameed - 1169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Gulam Rasool - 1159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Project Overview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194A8516-CCC8-E35E-FDBB-02C056B3AC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5482650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73770"/>
            <a:ext cx="2415246" cy="202722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000">
                <a:solidFill>
                  <a:srgbClr val="FFFFFF"/>
                </a:solidFill>
              </a:rPr>
              <a:t>Project Objectives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2B4AAC3-520D-ABDE-91F6-653CD30EEF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3978276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E5A632B-B15A-489E-8337-BC0F40DBC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6E895C8D-1379-40B8-8B1B-B6F5AEAF0A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78946" y="859948"/>
            <a:ext cx="2240924" cy="2987899"/>
          </a:xfrm>
          <a:prstGeom prst="arc">
            <a:avLst>
              <a:gd name="adj1" fmla="val 14612914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43467"/>
            <a:ext cx="2213403" cy="5571066"/>
          </a:xfrm>
        </p:spPr>
        <p:txBody>
          <a:bodyPr>
            <a:normAutofit/>
          </a:bodyPr>
          <a:lstStyle/>
          <a:p>
            <a:r>
              <a:rPr lang="en-US" sz="340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51547D7-AD18-407B-A5F4-F8225B5DCF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64089" y="434266"/>
            <a:ext cx="5413275" cy="5922084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BB50415-BAA3-CC30-6754-1C09889DF0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8259998"/>
              </p:ext>
            </p:extLst>
          </p:nvPr>
        </p:nvGraphicFramePr>
        <p:xfrm>
          <a:off x="3572933" y="609600"/>
          <a:ext cx="5051582" cy="55646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Application Features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E815567-C1AA-57B0-8C0E-F58FCBF6E3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6850910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Screens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C4B6233-3515-406B-83B7-04D04EAC2D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3779866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Task Management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endParaRPr/>
          </a:p>
          <a:p>
            <a:r>
              <a:t>Detailed task logging: Titles, Descriptions, and Due Dates.</a:t>
            </a:r>
          </a:p>
          <a:p>
            <a:r>
              <a:t>Priority-based sorting to focus on urgent work.</a:t>
            </a:r>
          </a:p>
          <a:p>
            <a:r>
              <a:t>Completion tracking with visual indicators.</a:t>
            </a:r>
          </a:p>
          <a:p>
            <a:r>
              <a:t>Real-time updates across the dashboard.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Calendar &amp; Notifications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76F16BA-B742-D06B-E217-D6D602F4CD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9384959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Authentication &amp; Security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2E724C1-94D4-742E-CF00-AD50316653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7747598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Functional Requirements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836DAEF-ABC7-A4DF-1293-B2CB748B0A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7030991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Non-Functional Requirements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C3981B8-2ACD-34F4-731E-CF8245B145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5779137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96690D8-4205-DA01-3754-D3E90D553EA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5666" b="-1"/>
          <a:stretch>
            <a:fillRect/>
          </a:stretch>
        </p:blipFill>
        <p:spPr>
          <a:xfrm>
            <a:off x="9852" y="10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t>System Architecture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CCB0714-C84D-795A-B70D-76032785A3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101221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E34D80-57F0-5C4F-FD53-F7A45F0D6F5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t>Future Enhancements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EFC180E-2275-9C5D-A8D4-1817B298BD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9089060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4168866" cy="1325563"/>
          </a:xfrm>
        </p:spPr>
        <p:txBody>
          <a:bodyPr>
            <a:normAutofit/>
          </a:bodyPr>
          <a:lstStyle/>
          <a:p>
            <a:r>
              <a:t>Conclusion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15793"/>
            <a:ext cx="4168866" cy="435133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endParaRPr lang="en-US" sz="2200"/>
          </a:p>
          <a:p>
            <a:pPr>
              <a:lnSpc>
                <a:spcPct val="90000"/>
              </a:lnSpc>
            </a:pPr>
            <a:r>
              <a:rPr lang="en-US" sz="2200"/>
              <a:t>Student Task Manager successfully addresses productivity needs.</a:t>
            </a:r>
          </a:p>
          <a:p>
            <a:pPr>
              <a:lnSpc>
                <a:spcPct val="90000"/>
              </a:lnSpc>
            </a:pPr>
            <a:r>
              <a:rPr lang="en-US" sz="2200"/>
              <a:t>Utilizes modern tech stack (Flutter + Firebase) for high reliability.</a:t>
            </a:r>
          </a:p>
          <a:p>
            <a:pPr>
              <a:lnSpc>
                <a:spcPct val="90000"/>
              </a:lnSpc>
            </a:pPr>
            <a:r>
              <a:rPr lang="en-US" sz="2200"/>
              <a:t>Provides a polished, premium experience for students.</a:t>
            </a:r>
          </a:p>
          <a:p>
            <a:pPr>
              <a:lnSpc>
                <a:spcPct val="90000"/>
              </a:lnSpc>
            </a:pPr>
            <a:r>
              <a:rPr lang="en-US" sz="2200"/>
              <a:t>Ready for deployment and future expansion.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2624479"/>
            <a:ext cx="609320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385863" y="1516981"/>
            <a:ext cx="2387600" cy="17907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0"/>
            <a:ext cx="1736438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79347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54162" y="4112081"/>
            <a:ext cx="889838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4565205" y="4145122"/>
            <a:ext cx="3062574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4962670"/>
            <a:ext cx="1982514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531</Words>
  <Application>Microsoft Office PowerPoint</Application>
  <PresentationFormat>On-screen Show (4:3)</PresentationFormat>
  <Paragraphs>78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Student Task Manager</vt:lpstr>
      <vt:lpstr>Project Overview</vt:lpstr>
      <vt:lpstr>Project Objectives</vt:lpstr>
      <vt:lpstr>Technology Stack</vt:lpstr>
      <vt:lpstr>Application Features</vt:lpstr>
      <vt:lpstr>Main Screens</vt:lpstr>
      <vt:lpstr>Task Management</vt:lpstr>
      <vt:lpstr>Calendar &amp; Notifications</vt:lpstr>
      <vt:lpstr>Authentication &amp; Security</vt:lpstr>
      <vt:lpstr>Functional Requirements</vt:lpstr>
      <vt:lpstr>Non-Functional Requirements</vt:lpstr>
      <vt:lpstr>System Architecture</vt:lpstr>
      <vt:lpstr>Future Enhancements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KHIZAR HAMEED</dc:creator>
  <cp:keywords/>
  <dc:description>generated using python-pptx</dc:description>
  <cp:lastModifiedBy>23-NTU-CS-FL-1159</cp:lastModifiedBy>
  <cp:revision>3</cp:revision>
  <dcterms:created xsi:type="dcterms:W3CDTF">2013-01-27T09:14:16Z</dcterms:created>
  <dcterms:modified xsi:type="dcterms:W3CDTF">2026-05-19T07:01:17Z</dcterms:modified>
  <cp:category/>
</cp:coreProperties>
</file>